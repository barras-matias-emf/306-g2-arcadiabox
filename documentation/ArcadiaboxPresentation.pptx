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F46C2B-868E-437C-A61C-80E0DE7D83CF}" v="30" dt="2026-01-09T15:30:34.3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416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ras Matias" userId="8eac776d-deeb-4346-aa0f-eaa1e7f5da8d" providerId="ADAL" clId="{425534FE-2470-4743-8B71-83B1ED8770FD}"/>
    <pc:docChg chg="undo redo custSel addSld delSld modSld">
      <pc:chgData name="Barras Matias" userId="8eac776d-deeb-4346-aa0f-eaa1e7f5da8d" providerId="ADAL" clId="{425534FE-2470-4743-8B71-83B1ED8770FD}" dt="2026-01-09T15:30:34.308" v="1213"/>
      <pc:docMkLst>
        <pc:docMk/>
      </pc:docMkLst>
      <pc:sldChg chg="addSp modSp mod setBg">
        <pc:chgData name="Barras Matias" userId="8eac776d-deeb-4346-aa0f-eaa1e7f5da8d" providerId="ADAL" clId="{425534FE-2470-4743-8B71-83B1ED8770FD}" dt="2026-01-09T14:56:42.287" v="72" actId="20577"/>
        <pc:sldMkLst>
          <pc:docMk/>
          <pc:sldMk cId="824628054" sldId="256"/>
        </pc:sldMkLst>
        <pc:spChg chg="mod">
          <ac:chgData name="Barras Matias" userId="8eac776d-deeb-4346-aa0f-eaa1e7f5da8d" providerId="ADAL" clId="{425534FE-2470-4743-8B71-83B1ED8770FD}" dt="2026-01-09T14:56:42.287" v="72" actId="20577"/>
          <ac:spMkLst>
            <pc:docMk/>
            <pc:sldMk cId="824628054" sldId="256"/>
            <ac:spMk id="2" creationId="{7E8CD8D8-1D8B-6112-47B1-537D157DD979}"/>
          </ac:spMkLst>
        </pc:spChg>
        <pc:spChg chg="mod">
          <ac:chgData name="Barras Matias" userId="8eac776d-deeb-4346-aa0f-eaa1e7f5da8d" providerId="ADAL" clId="{425534FE-2470-4743-8B71-83B1ED8770FD}" dt="2026-01-09T14:56:37.744" v="62" actId="26606"/>
          <ac:spMkLst>
            <pc:docMk/>
            <pc:sldMk cId="824628054" sldId="256"/>
            <ac:spMk id="3" creationId="{F37E9ACF-CD35-0838-7D3D-354DAF5C5F30}"/>
          </ac:spMkLst>
        </pc:spChg>
        <pc:spChg chg="add">
          <ac:chgData name="Barras Matias" userId="8eac776d-deeb-4346-aa0f-eaa1e7f5da8d" providerId="ADAL" clId="{425534FE-2470-4743-8B71-83B1ED8770FD}" dt="2026-01-09T14:56:37.744" v="62" actId="26606"/>
          <ac:spMkLst>
            <pc:docMk/>
            <pc:sldMk cId="824628054" sldId="256"/>
            <ac:spMk id="9" creationId="{C1DD1A8A-57D5-4A81-AD04-532B043C5611}"/>
          </ac:spMkLst>
        </pc:spChg>
        <pc:spChg chg="add">
          <ac:chgData name="Barras Matias" userId="8eac776d-deeb-4346-aa0f-eaa1e7f5da8d" providerId="ADAL" clId="{425534FE-2470-4743-8B71-83B1ED8770FD}" dt="2026-01-09T14:56:37.744" v="62" actId="26606"/>
          <ac:spMkLst>
            <pc:docMk/>
            <pc:sldMk cId="824628054" sldId="256"/>
            <ac:spMk id="11" creationId="{007891EC-4501-44ED-A8C8-B11B6DB767AB}"/>
          </ac:spMkLst>
        </pc:spChg>
        <pc:picChg chg="add">
          <ac:chgData name="Barras Matias" userId="8eac776d-deeb-4346-aa0f-eaa1e7f5da8d" providerId="ADAL" clId="{425534FE-2470-4743-8B71-83B1ED8770FD}" dt="2026-01-09T14:56:37.744" v="62" actId="26606"/>
          <ac:picMkLst>
            <pc:docMk/>
            <pc:sldMk cId="824628054" sldId="256"/>
            <ac:picMk id="5" creationId="{2212BCD3-4906-C8E1-1488-643C145FA6A2}"/>
          </ac:picMkLst>
        </pc:picChg>
      </pc:sldChg>
      <pc:sldChg chg="addSp delSp modSp new mod setBg">
        <pc:chgData name="Barras Matias" userId="8eac776d-deeb-4346-aa0f-eaa1e7f5da8d" providerId="ADAL" clId="{425534FE-2470-4743-8B71-83B1ED8770FD}" dt="2026-01-09T15:02:47.851" v="348" actId="26606"/>
        <pc:sldMkLst>
          <pc:docMk/>
          <pc:sldMk cId="2596573208" sldId="257"/>
        </pc:sldMkLst>
        <pc:spChg chg="add del mod">
          <ac:chgData name="Barras Matias" userId="8eac776d-deeb-4346-aa0f-eaa1e7f5da8d" providerId="ADAL" clId="{425534FE-2470-4743-8B71-83B1ED8770FD}" dt="2026-01-09T15:02:47.851" v="348" actId="26606"/>
          <ac:spMkLst>
            <pc:docMk/>
            <pc:sldMk cId="2596573208" sldId="257"/>
            <ac:spMk id="2" creationId="{56695C56-9F30-D5B6-718C-F0A390241FD9}"/>
          </ac:spMkLst>
        </pc:spChg>
        <pc:spChg chg="add del mod">
          <ac:chgData name="Barras Matias" userId="8eac776d-deeb-4346-aa0f-eaa1e7f5da8d" providerId="ADAL" clId="{425534FE-2470-4743-8B71-83B1ED8770FD}" dt="2026-01-09T15:02:47.851" v="348" actId="26606"/>
          <ac:spMkLst>
            <pc:docMk/>
            <pc:sldMk cId="2596573208" sldId="257"/>
            <ac:spMk id="3" creationId="{72789015-98E5-3E60-FCE3-62D21603B4B3}"/>
          </ac:spMkLst>
        </pc:spChg>
        <pc:spChg chg="add del mod">
          <ac:chgData name="Barras Matias" userId="8eac776d-deeb-4346-aa0f-eaa1e7f5da8d" providerId="ADAL" clId="{425534FE-2470-4743-8B71-83B1ED8770FD}" dt="2026-01-09T15:00:43.896" v="333" actId="21"/>
          <ac:spMkLst>
            <pc:docMk/>
            <pc:sldMk cId="2596573208" sldId="257"/>
            <ac:spMk id="5" creationId="{770AF1FA-A5B5-F2F8-A095-FBE9E01ACDA5}"/>
          </ac:spMkLst>
        </pc:spChg>
        <pc:spChg chg="add del">
          <ac:chgData name="Barras Matias" userId="8eac776d-deeb-4346-aa0f-eaa1e7f5da8d" providerId="ADAL" clId="{425534FE-2470-4743-8B71-83B1ED8770FD}" dt="2026-01-09T15:02:38.155" v="344" actId="26606"/>
          <ac:spMkLst>
            <pc:docMk/>
            <pc:sldMk cId="2596573208" sldId="257"/>
            <ac:spMk id="7" creationId="{7517A47C-B2E5-4B79-8061-D74B1311AF6E}"/>
          </ac:spMkLst>
        </pc:spChg>
        <pc:spChg chg="add del">
          <ac:chgData name="Barras Matias" userId="8eac776d-deeb-4346-aa0f-eaa1e7f5da8d" providerId="ADAL" clId="{425534FE-2470-4743-8B71-83B1ED8770FD}" dt="2026-01-09T15:02:38.155" v="344" actId="26606"/>
          <ac:spMkLst>
            <pc:docMk/>
            <pc:sldMk cId="2596573208" sldId="257"/>
            <ac:spMk id="8" creationId="{C505E780-2083-4CB5-A42A-5E0E2908ECC3}"/>
          </ac:spMkLst>
        </pc:spChg>
        <pc:spChg chg="add del">
          <ac:chgData name="Barras Matias" userId="8eac776d-deeb-4346-aa0f-eaa1e7f5da8d" providerId="ADAL" clId="{425534FE-2470-4743-8B71-83B1ED8770FD}" dt="2026-01-09T15:02:09.935" v="337" actId="26606"/>
          <ac:spMkLst>
            <pc:docMk/>
            <pc:sldMk cId="2596573208" sldId="257"/>
            <ac:spMk id="9" creationId="{BACC6370-2D7E-4714-9D71-7542949D7D5D}"/>
          </ac:spMkLst>
        </pc:spChg>
        <pc:spChg chg="add del">
          <ac:chgData name="Barras Matias" userId="8eac776d-deeb-4346-aa0f-eaa1e7f5da8d" providerId="ADAL" clId="{425534FE-2470-4743-8B71-83B1ED8770FD}" dt="2026-01-09T15:02:38.155" v="344" actId="26606"/>
          <ac:spMkLst>
            <pc:docMk/>
            <pc:sldMk cId="2596573208" sldId="257"/>
            <ac:spMk id="10" creationId="{D2C0AE1C-0118-41AE-8A10-7CDCBF10E96F}"/>
          </ac:spMkLst>
        </pc:spChg>
        <pc:spChg chg="add del">
          <ac:chgData name="Barras Matias" userId="8eac776d-deeb-4346-aa0f-eaa1e7f5da8d" providerId="ADAL" clId="{425534FE-2470-4743-8B71-83B1ED8770FD}" dt="2026-01-09T15:02:09.935" v="337" actId="26606"/>
          <ac:spMkLst>
            <pc:docMk/>
            <pc:sldMk cId="2596573208" sldId="257"/>
            <ac:spMk id="11" creationId="{F68B3F68-107C-434F-AA38-110D5EA91B85}"/>
          </ac:spMkLst>
        </pc:spChg>
        <pc:spChg chg="add del">
          <ac:chgData name="Barras Matias" userId="8eac776d-deeb-4346-aa0f-eaa1e7f5da8d" providerId="ADAL" clId="{425534FE-2470-4743-8B71-83B1ED8770FD}" dt="2026-01-09T15:02:38.155" v="344" actId="26606"/>
          <ac:spMkLst>
            <pc:docMk/>
            <pc:sldMk cId="2596573208" sldId="257"/>
            <ac:spMk id="12" creationId="{463EEC44-1BA3-44ED-81FC-A644B04B2A44}"/>
          </ac:spMkLst>
        </pc:spChg>
        <pc:spChg chg="add del">
          <ac:chgData name="Barras Matias" userId="8eac776d-deeb-4346-aa0f-eaa1e7f5da8d" providerId="ADAL" clId="{425534FE-2470-4743-8B71-83B1ED8770FD}" dt="2026-01-09T15:02:09.935" v="337" actId="26606"/>
          <ac:spMkLst>
            <pc:docMk/>
            <pc:sldMk cId="2596573208" sldId="257"/>
            <ac:spMk id="13" creationId="{AAD0DBB9-1A4B-4391-81D4-CB19F9AB918A}"/>
          </ac:spMkLst>
        </pc:spChg>
        <pc:spChg chg="add del">
          <ac:chgData name="Barras Matias" userId="8eac776d-deeb-4346-aa0f-eaa1e7f5da8d" providerId="ADAL" clId="{425534FE-2470-4743-8B71-83B1ED8770FD}" dt="2026-01-09T15:02:09.935" v="337" actId="26606"/>
          <ac:spMkLst>
            <pc:docMk/>
            <pc:sldMk cId="2596573208" sldId="257"/>
            <ac:spMk id="15" creationId="{063BBA22-50EA-4C4D-BE05-F1CE4E63AA56}"/>
          </ac:spMkLst>
        </pc:spChg>
        <pc:spChg chg="add">
          <ac:chgData name="Barras Matias" userId="8eac776d-deeb-4346-aa0f-eaa1e7f5da8d" providerId="ADAL" clId="{425534FE-2470-4743-8B71-83B1ED8770FD}" dt="2026-01-09T15:02:47.851" v="348" actId="26606"/>
          <ac:spMkLst>
            <pc:docMk/>
            <pc:sldMk cId="2596573208" sldId="257"/>
            <ac:spMk id="16" creationId="{7517A47C-B2E5-4B79-8061-D74B1311AF6E}"/>
          </ac:spMkLst>
        </pc:spChg>
        <pc:spChg chg="add">
          <ac:chgData name="Barras Matias" userId="8eac776d-deeb-4346-aa0f-eaa1e7f5da8d" providerId="ADAL" clId="{425534FE-2470-4743-8B71-83B1ED8770FD}" dt="2026-01-09T15:02:47.851" v="348" actId="26606"/>
          <ac:spMkLst>
            <pc:docMk/>
            <pc:sldMk cId="2596573208" sldId="257"/>
            <ac:spMk id="17" creationId="{C505E780-2083-4CB5-A42A-5E0E2908ECC3}"/>
          </ac:spMkLst>
        </pc:spChg>
        <pc:spChg chg="add">
          <ac:chgData name="Barras Matias" userId="8eac776d-deeb-4346-aa0f-eaa1e7f5da8d" providerId="ADAL" clId="{425534FE-2470-4743-8B71-83B1ED8770FD}" dt="2026-01-09T15:02:47.851" v="348" actId="26606"/>
          <ac:spMkLst>
            <pc:docMk/>
            <pc:sldMk cId="2596573208" sldId="257"/>
            <ac:spMk id="18" creationId="{D2C0AE1C-0118-41AE-8A10-7CDCBF10E96F}"/>
          </ac:spMkLst>
        </pc:spChg>
        <pc:spChg chg="add">
          <ac:chgData name="Barras Matias" userId="8eac776d-deeb-4346-aa0f-eaa1e7f5da8d" providerId="ADAL" clId="{425534FE-2470-4743-8B71-83B1ED8770FD}" dt="2026-01-09T15:02:47.851" v="348" actId="26606"/>
          <ac:spMkLst>
            <pc:docMk/>
            <pc:sldMk cId="2596573208" sldId="257"/>
            <ac:spMk id="19" creationId="{463EEC44-1BA3-44ED-81FC-A644B04B2A44}"/>
          </ac:spMkLst>
        </pc:spChg>
        <pc:graphicFrameChg chg="add del">
          <ac:chgData name="Barras Matias" userId="8eac776d-deeb-4346-aa0f-eaa1e7f5da8d" providerId="ADAL" clId="{425534FE-2470-4743-8B71-83B1ED8770FD}" dt="2026-01-09T15:02:09.935" v="337" actId="26606"/>
          <ac:graphicFrameMkLst>
            <pc:docMk/>
            <pc:sldMk cId="2596573208" sldId="257"/>
            <ac:graphicFrameMk id="6" creationId="{ADD98FCD-C87D-5AB0-158D-95D3303A0578}"/>
          </ac:graphicFrameMkLst>
        </pc:graphicFrameChg>
        <pc:graphicFrameChg chg="add del">
          <ac:chgData name="Barras Matias" userId="8eac776d-deeb-4346-aa0f-eaa1e7f5da8d" providerId="ADAL" clId="{425534FE-2470-4743-8B71-83B1ED8770FD}" dt="2026-01-09T15:02:38.155" v="344" actId="26606"/>
          <ac:graphicFrameMkLst>
            <pc:docMk/>
            <pc:sldMk cId="2596573208" sldId="257"/>
            <ac:graphicFrameMk id="14" creationId="{01C46E29-4F9E-5D4E-AA03-951C1797393B}"/>
          </ac:graphicFrameMkLst>
        </pc:graphicFrameChg>
        <pc:graphicFrameChg chg="add">
          <ac:chgData name="Barras Matias" userId="8eac776d-deeb-4346-aa0f-eaa1e7f5da8d" providerId="ADAL" clId="{425534FE-2470-4743-8B71-83B1ED8770FD}" dt="2026-01-09T15:02:47.851" v="348" actId="26606"/>
          <ac:graphicFrameMkLst>
            <pc:docMk/>
            <pc:sldMk cId="2596573208" sldId="257"/>
            <ac:graphicFrameMk id="20" creationId="{990B8DA9-AB29-825D-239A-942906FF3275}"/>
          </ac:graphicFrameMkLst>
        </pc:graphicFrameChg>
      </pc:sldChg>
      <pc:sldChg chg="addSp delSp modSp new mod setBg">
        <pc:chgData name="Barras Matias" userId="8eac776d-deeb-4346-aa0f-eaa1e7f5da8d" providerId="ADAL" clId="{425534FE-2470-4743-8B71-83B1ED8770FD}" dt="2026-01-09T15:08:51.417" v="592" actId="26606"/>
        <pc:sldMkLst>
          <pc:docMk/>
          <pc:sldMk cId="609922175" sldId="258"/>
        </pc:sldMkLst>
        <pc:spChg chg="mod">
          <ac:chgData name="Barras Matias" userId="8eac776d-deeb-4346-aa0f-eaa1e7f5da8d" providerId="ADAL" clId="{425534FE-2470-4743-8B71-83B1ED8770FD}" dt="2026-01-09T15:08:51.417" v="592" actId="26606"/>
          <ac:spMkLst>
            <pc:docMk/>
            <pc:sldMk cId="609922175" sldId="258"/>
            <ac:spMk id="2" creationId="{CD950184-EF09-E419-DB57-606EB1E93A2E}"/>
          </ac:spMkLst>
        </pc:spChg>
        <pc:spChg chg="del mod">
          <ac:chgData name="Barras Matias" userId="8eac776d-deeb-4346-aa0f-eaa1e7f5da8d" providerId="ADAL" clId="{425534FE-2470-4743-8B71-83B1ED8770FD}" dt="2026-01-09T15:08:46.499" v="589" actId="478"/>
          <ac:spMkLst>
            <pc:docMk/>
            <pc:sldMk cId="609922175" sldId="258"/>
            <ac:spMk id="3" creationId="{216F8BDA-DD63-788F-541B-AEDA2143BD84}"/>
          </ac:spMkLst>
        </pc:spChg>
        <pc:spChg chg="add del mod">
          <ac:chgData name="Barras Matias" userId="8eac776d-deeb-4346-aa0f-eaa1e7f5da8d" providerId="ADAL" clId="{425534FE-2470-4743-8B71-83B1ED8770FD}" dt="2026-01-09T15:08:51.417" v="592" actId="26606"/>
          <ac:spMkLst>
            <pc:docMk/>
            <pc:sldMk cId="609922175" sldId="258"/>
            <ac:spMk id="4" creationId="{69AB7E12-67CF-2831-A27A-DD7314FE12C1}"/>
          </ac:spMkLst>
        </pc:spChg>
        <pc:spChg chg="add mod">
          <ac:chgData name="Barras Matias" userId="8eac776d-deeb-4346-aa0f-eaa1e7f5da8d" providerId="ADAL" clId="{425534FE-2470-4743-8B71-83B1ED8770FD}" dt="2026-01-09T15:07:01.962" v="543" actId="21"/>
          <ac:spMkLst>
            <pc:docMk/>
            <pc:sldMk cId="609922175" sldId="258"/>
            <ac:spMk id="5" creationId="{FFEB3412-BF6F-62BE-337F-66526926AE4A}"/>
          </ac:spMkLst>
        </pc:spChg>
        <pc:spChg chg="add del mod">
          <ac:chgData name="Barras Matias" userId="8eac776d-deeb-4346-aa0f-eaa1e7f5da8d" providerId="ADAL" clId="{425534FE-2470-4743-8B71-83B1ED8770FD}" dt="2026-01-09T15:08:09.364" v="563" actId="478"/>
          <ac:spMkLst>
            <pc:docMk/>
            <pc:sldMk cId="609922175" sldId="258"/>
            <ac:spMk id="6" creationId="{6752A3CC-EF04-D95F-BD35-8B4A6DF419D5}"/>
          </ac:spMkLst>
        </pc:spChg>
        <pc:spChg chg="add mod">
          <ac:chgData name="Barras Matias" userId="8eac776d-deeb-4346-aa0f-eaa1e7f5da8d" providerId="ADAL" clId="{425534FE-2470-4743-8B71-83B1ED8770FD}" dt="2026-01-09T15:06:49.975" v="535"/>
          <ac:spMkLst>
            <pc:docMk/>
            <pc:sldMk cId="609922175" sldId="258"/>
            <ac:spMk id="7" creationId="{A26DA558-B49E-3F4F-7E39-C86C560898CC}"/>
          </ac:spMkLst>
        </pc:spChg>
        <pc:spChg chg="add mod">
          <ac:chgData name="Barras Matias" userId="8eac776d-deeb-4346-aa0f-eaa1e7f5da8d" providerId="ADAL" clId="{425534FE-2470-4743-8B71-83B1ED8770FD}" dt="2026-01-09T15:06:49.699" v="534"/>
          <ac:spMkLst>
            <pc:docMk/>
            <pc:sldMk cId="609922175" sldId="258"/>
            <ac:spMk id="8" creationId="{3E5DEDA7-4112-A9B5-9982-BA7AE6F3083C}"/>
          </ac:spMkLst>
        </pc:spChg>
        <pc:spChg chg="add del">
          <ac:chgData name="Barras Matias" userId="8eac776d-deeb-4346-aa0f-eaa1e7f5da8d" providerId="ADAL" clId="{425534FE-2470-4743-8B71-83B1ED8770FD}" dt="2026-01-09T15:08:11.077" v="569" actId="26606"/>
          <ac:spMkLst>
            <pc:docMk/>
            <pc:sldMk cId="609922175" sldId="258"/>
            <ac:spMk id="11" creationId="{4C608BEB-860E-4094-8511-78603564A75E}"/>
          </ac:spMkLst>
        </pc:spChg>
        <pc:spChg chg="add del">
          <ac:chgData name="Barras Matias" userId="8eac776d-deeb-4346-aa0f-eaa1e7f5da8d" providerId="ADAL" clId="{425534FE-2470-4743-8B71-83B1ED8770FD}" dt="2026-01-09T15:08:51.406" v="591" actId="26606"/>
          <ac:spMkLst>
            <pc:docMk/>
            <pc:sldMk cId="609922175" sldId="258"/>
            <ac:spMk id="12" creationId="{B50AB553-2A96-4A92-96F2-93548E096954}"/>
          </ac:spMkLst>
        </pc:spChg>
        <pc:spChg chg="add">
          <ac:chgData name="Barras Matias" userId="8eac776d-deeb-4346-aa0f-eaa1e7f5da8d" providerId="ADAL" clId="{425534FE-2470-4743-8B71-83B1ED8770FD}" dt="2026-01-09T15:08:51.417" v="592" actId="26606"/>
          <ac:spMkLst>
            <pc:docMk/>
            <pc:sldMk cId="609922175" sldId="258"/>
            <ac:spMk id="16" creationId="{AAD0DBB9-1A4B-4391-81D4-CB19F9AB918A}"/>
          </ac:spMkLst>
        </pc:spChg>
        <pc:spChg chg="add">
          <ac:chgData name="Barras Matias" userId="8eac776d-deeb-4346-aa0f-eaa1e7f5da8d" providerId="ADAL" clId="{425534FE-2470-4743-8B71-83B1ED8770FD}" dt="2026-01-09T15:08:51.417" v="592" actId="26606"/>
          <ac:spMkLst>
            <pc:docMk/>
            <pc:sldMk cId="609922175" sldId="258"/>
            <ac:spMk id="17" creationId="{BACC6370-2D7E-4714-9D71-7542949D7D5D}"/>
          </ac:spMkLst>
        </pc:spChg>
        <pc:spChg chg="add">
          <ac:chgData name="Barras Matias" userId="8eac776d-deeb-4346-aa0f-eaa1e7f5da8d" providerId="ADAL" clId="{425534FE-2470-4743-8B71-83B1ED8770FD}" dt="2026-01-09T15:08:51.417" v="592" actId="26606"/>
          <ac:spMkLst>
            <pc:docMk/>
            <pc:sldMk cId="609922175" sldId="258"/>
            <ac:spMk id="18" creationId="{063BBA22-50EA-4C4D-BE05-F1CE4E63AA56}"/>
          </ac:spMkLst>
        </pc:spChg>
        <pc:spChg chg="add">
          <ac:chgData name="Barras Matias" userId="8eac776d-deeb-4346-aa0f-eaa1e7f5da8d" providerId="ADAL" clId="{425534FE-2470-4743-8B71-83B1ED8770FD}" dt="2026-01-09T15:08:51.417" v="592" actId="26606"/>
          <ac:spMkLst>
            <pc:docMk/>
            <pc:sldMk cId="609922175" sldId="258"/>
            <ac:spMk id="19" creationId="{F68B3F68-107C-434F-AA38-110D5EA91B85}"/>
          </ac:spMkLst>
        </pc:spChg>
        <pc:graphicFrameChg chg="add del">
          <ac:chgData name="Barras Matias" userId="8eac776d-deeb-4346-aa0f-eaa1e7f5da8d" providerId="ADAL" clId="{425534FE-2470-4743-8B71-83B1ED8770FD}" dt="2026-01-09T15:08:51.406" v="591" actId="26606"/>
          <ac:graphicFrameMkLst>
            <pc:docMk/>
            <pc:sldMk cId="609922175" sldId="258"/>
            <ac:graphicFrameMk id="15" creationId="{3F8636C5-F800-8E00-8090-7F6E0912780F}"/>
          </ac:graphicFrameMkLst>
        </pc:graphicFrameChg>
        <pc:graphicFrameChg chg="add">
          <ac:chgData name="Barras Matias" userId="8eac776d-deeb-4346-aa0f-eaa1e7f5da8d" providerId="ADAL" clId="{425534FE-2470-4743-8B71-83B1ED8770FD}" dt="2026-01-09T15:08:51.417" v="592" actId="26606"/>
          <ac:graphicFrameMkLst>
            <pc:docMk/>
            <pc:sldMk cId="609922175" sldId="258"/>
            <ac:graphicFrameMk id="20" creationId="{CA7AC84D-757C-E2D5-19BA-3712CC920BC3}"/>
          </ac:graphicFrameMkLst>
        </pc:graphicFrameChg>
        <pc:picChg chg="add del">
          <ac:chgData name="Barras Matias" userId="8eac776d-deeb-4346-aa0f-eaa1e7f5da8d" providerId="ADAL" clId="{425534FE-2470-4743-8B71-83B1ED8770FD}" dt="2026-01-09T15:08:51.406" v="591" actId="26606"/>
          <ac:picMkLst>
            <pc:docMk/>
            <pc:sldMk cId="609922175" sldId="258"/>
            <ac:picMk id="9" creationId="{0475C234-57DE-D0FB-4511-771366BACCF5}"/>
          </ac:picMkLst>
        </pc:picChg>
        <pc:cxnChg chg="add del">
          <ac:chgData name="Barras Matias" userId="8eac776d-deeb-4346-aa0f-eaa1e7f5da8d" providerId="ADAL" clId="{425534FE-2470-4743-8B71-83B1ED8770FD}" dt="2026-01-09T15:08:09.564" v="564" actId="11529"/>
          <ac:cxnSpMkLst>
            <pc:docMk/>
            <pc:sldMk cId="609922175" sldId="258"/>
            <ac:cxnSpMk id="10" creationId="{9BFC6A84-EFDB-1FD2-CDFA-E171E9E97A6D}"/>
          </ac:cxnSpMkLst>
        </pc:cxnChg>
        <pc:cxnChg chg="add del">
          <ac:chgData name="Barras Matias" userId="8eac776d-deeb-4346-aa0f-eaa1e7f5da8d" providerId="ADAL" clId="{425534FE-2470-4743-8B71-83B1ED8770FD}" dt="2026-01-09T15:08:11.077" v="569" actId="26606"/>
          <ac:cxnSpMkLst>
            <pc:docMk/>
            <pc:sldMk cId="609922175" sldId="258"/>
            <ac:cxnSpMk id="13" creationId="{1F16A8D4-FE87-4604-88B2-394B5D1EB437}"/>
          </ac:cxnSpMkLst>
        </pc:cxnChg>
        <pc:cxnChg chg="add del">
          <ac:chgData name="Barras Matias" userId="8eac776d-deeb-4346-aa0f-eaa1e7f5da8d" providerId="ADAL" clId="{425534FE-2470-4743-8B71-83B1ED8770FD}" dt="2026-01-09T15:08:09.144" v="562" actId="11529"/>
          <ac:cxnSpMkLst>
            <pc:docMk/>
            <pc:sldMk cId="609922175" sldId="258"/>
            <ac:cxnSpMk id="14" creationId="{FF7B46A9-8A40-E9FA-8A3E-8C7D6EAD0396}"/>
          </ac:cxnSpMkLst>
        </pc:cxnChg>
      </pc:sldChg>
      <pc:sldChg chg="addSp delSp modSp new del mod setBg">
        <pc:chgData name="Barras Matias" userId="8eac776d-deeb-4346-aa0f-eaa1e7f5da8d" providerId="ADAL" clId="{425534FE-2470-4743-8B71-83B1ED8770FD}" dt="2026-01-09T15:02:56.529" v="349" actId="2696"/>
        <pc:sldMkLst>
          <pc:docMk/>
          <pc:sldMk cId="3299005585" sldId="258"/>
        </pc:sldMkLst>
        <pc:spChg chg="del">
          <ac:chgData name="Barras Matias" userId="8eac776d-deeb-4346-aa0f-eaa1e7f5da8d" providerId="ADAL" clId="{425534FE-2470-4743-8B71-83B1ED8770FD}" dt="2026-01-09T14:58:31.620" v="229" actId="478"/>
          <ac:spMkLst>
            <pc:docMk/>
            <pc:sldMk cId="3299005585" sldId="258"/>
            <ac:spMk id="2" creationId="{EEEEF0CA-DC0B-82AC-C0CC-660A585D5DD6}"/>
          </ac:spMkLst>
        </pc:spChg>
        <pc:spChg chg="add del mod">
          <ac:chgData name="Barras Matias" userId="8eac776d-deeb-4346-aa0f-eaa1e7f5da8d" providerId="ADAL" clId="{425534FE-2470-4743-8B71-83B1ED8770FD}" dt="2026-01-09T15:02:12.306" v="342" actId="14100"/>
          <ac:spMkLst>
            <pc:docMk/>
            <pc:sldMk cId="3299005585" sldId="258"/>
            <ac:spMk id="3" creationId="{2A966850-E81D-5243-5DE2-26A2F8700834}"/>
          </ac:spMkLst>
        </pc:spChg>
        <pc:spChg chg="add del">
          <ac:chgData name="Barras Matias" userId="8eac776d-deeb-4346-aa0f-eaa1e7f5da8d" providerId="ADAL" clId="{425534FE-2470-4743-8B71-83B1ED8770FD}" dt="2026-01-09T15:02:11.081" v="340" actId="26606"/>
          <ac:spMkLst>
            <pc:docMk/>
            <pc:sldMk cId="3299005585" sldId="258"/>
            <ac:spMk id="9" creationId="{BACC6370-2D7E-4714-9D71-7542949D7D5D}"/>
          </ac:spMkLst>
        </pc:spChg>
        <pc:spChg chg="add del">
          <ac:chgData name="Barras Matias" userId="8eac776d-deeb-4346-aa0f-eaa1e7f5da8d" providerId="ADAL" clId="{425534FE-2470-4743-8B71-83B1ED8770FD}" dt="2026-01-09T15:02:11.081" v="340" actId="26606"/>
          <ac:spMkLst>
            <pc:docMk/>
            <pc:sldMk cId="3299005585" sldId="258"/>
            <ac:spMk id="11" creationId="{F68B3F68-107C-434F-AA38-110D5EA91B85}"/>
          </ac:spMkLst>
        </pc:spChg>
        <pc:spChg chg="add del">
          <ac:chgData name="Barras Matias" userId="8eac776d-deeb-4346-aa0f-eaa1e7f5da8d" providerId="ADAL" clId="{425534FE-2470-4743-8B71-83B1ED8770FD}" dt="2026-01-09T15:02:11.081" v="340" actId="26606"/>
          <ac:spMkLst>
            <pc:docMk/>
            <pc:sldMk cId="3299005585" sldId="258"/>
            <ac:spMk id="13" creationId="{AAD0DBB9-1A4B-4391-81D4-CB19F9AB918A}"/>
          </ac:spMkLst>
        </pc:spChg>
        <pc:spChg chg="add del">
          <ac:chgData name="Barras Matias" userId="8eac776d-deeb-4346-aa0f-eaa1e7f5da8d" providerId="ADAL" clId="{425534FE-2470-4743-8B71-83B1ED8770FD}" dt="2026-01-09T15:02:11.081" v="340" actId="26606"/>
          <ac:spMkLst>
            <pc:docMk/>
            <pc:sldMk cId="3299005585" sldId="258"/>
            <ac:spMk id="15" creationId="{063BBA22-50EA-4C4D-BE05-F1CE4E63AA56}"/>
          </ac:spMkLst>
        </pc:spChg>
        <pc:spChg chg="add del">
          <ac:chgData name="Barras Matias" userId="8eac776d-deeb-4346-aa0f-eaa1e7f5da8d" providerId="ADAL" clId="{425534FE-2470-4743-8B71-83B1ED8770FD}" dt="2026-01-09T15:02:10.863" v="339" actId="26606"/>
          <ac:spMkLst>
            <pc:docMk/>
            <pc:sldMk cId="3299005585" sldId="258"/>
            <ac:spMk id="20" creationId="{6C4028FD-8BAA-4A19-BFDE-594D991B7552}"/>
          </ac:spMkLst>
        </pc:spChg>
        <pc:spChg chg="add del">
          <ac:chgData name="Barras Matias" userId="8eac776d-deeb-4346-aa0f-eaa1e7f5da8d" providerId="ADAL" clId="{425534FE-2470-4743-8B71-83B1ED8770FD}" dt="2026-01-09T15:02:10.188" v="338" actId="26606"/>
          <ac:spMkLst>
            <pc:docMk/>
            <pc:sldMk cId="3299005585" sldId="258"/>
            <ac:spMk id="25" creationId="{BACC6370-2D7E-4714-9D71-7542949D7D5D}"/>
          </ac:spMkLst>
        </pc:spChg>
        <pc:spChg chg="add del">
          <ac:chgData name="Barras Matias" userId="8eac776d-deeb-4346-aa0f-eaa1e7f5da8d" providerId="ADAL" clId="{425534FE-2470-4743-8B71-83B1ED8770FD}" dt="2026-01-09T15:02:10.188" v="338" actId="26606"/>
          <ac:spMkLst>
            <pc:docMk/>
            <pc:sldMk cId="3299005585" sldId="258"/>
            <ac:spMk id="27" creationId="{F68B3F68-107C-434F-AA38-110D5EA91B85}"/>
          </ac:spMkLst>
        </pc:spChg>
        <pc:spChg chg="add del">
          <ac:chgData name="Barras Matias" userId="8eac776d-deeb-4346-aa0f-eaa1e7f5da8d" providerId="ADAL" clId="{425534FE-2470-4743-8B71-83B1ED8770FD}" dt="2026-01-09T15:02:10.188" v="338" actId="26606"/>
          <ac:spMkLst>
            <pc:docMk/>
            <pc:sldMk cId="3299005585" sldId="258"/>
            <ac:spMk id="29" creationId="{AAD0DBB9-1A4B-4391-81D4-CB19F9AB918A}"/>
          </ac:spMkLst>
        </pc:spChg>
        <pc:spChg chg="add del">
          <ac:chgData name="Barras Matias" userId="8eac776d-deeb-4346-aa0f-eaa1e7f5da8d" providerId="ADAL" clId="{425534FE-2470-4743-8B71-83B1ED8770FD}" dt="2026-01-09T15:02:10.188" v="338" actId="26606"/>
          <ac:spMkLst>
            <pc:docMk/>
            <pc:sldMk cId="3299005585" sldId="258"/>
            <ac:spMk id="31" creationId="{063BBA22-50EA-4C4D-BE05-F1CE4E63AA56}"/>
          </ac:spMkLst>
        </pc:spChg>
        <pc:graphicFrameChg chg="add del mod modGraphic">
          <ac:chgData name="Barras Matias" userId="8eac776d-deeb-4346-aa0f-eaa1e7f5da8d" providerId="ADAL" clId="{425534FE-2470-4743-8B71-83B1ED8770FD}" dt="2026-01-09T15:02:11.081" v="340" actId="26606"/>
          <ac:graphicFrameMkLst>
            <pc:docMk/>
            <pc:sldMk cId="3299005585" sldId="258"/>
            <ac:graphicFrameMk id="5" creationId="{F24BE5ED-D851-FD36-8061-C1035EA6A20B}"/>
          </ac:graphicFrameMkLst>
        </pc:graphicFrameChg>
      </pc:sldChg>
      <pc:sldChg chg="addSp delSp modSp new mod setBg">
        <pc:chgData name="Barras Matias" userId="8eac776d-deeb-4346-aa0f-eaa1e7f5da8d" providerId="ADAL" clId="{425534FE-2470-4743-8B71-83B1ED8770FD}" dt="2026-01-09T15:12:11.534" v="707" actId="26606"/>
        <pc:sldMkLst>
          <pc:docMk/>
          <pc:sldMk cId="2609198288" sldId="259"/>
        </pc:sldMkLst>
        <pc:spChg chg="mod">
          <ac:chgData name="Barras Matias" userId="8eac776d-deeb-4346-aa0f-eaa1e7f5da8d" providerId="ADAL" clId="{425534FE-2470-4743-8B71-83B1ED8770FD}" dt="2026-01-09T15:12:11.534" v="707" actId="26606"/>
          <ac:spMkLst>
            <pc:docMk/>
            <pc:sldMk cId="2609198288" sldId="259"/>
            <ac:spMk id="2" creationId="{275E7F24-3039-43D5-84E6-B42AF51B5C6C}"/>
          </ac:spMkLst>
        </pc:spChg>
        <pc:spChg chg="del mod">
          <ac:chgData name="Barras Matias" userId="8eac776d-deeb-4346-aa0f-eaa1e7f5da8d" providerId="ADAL" clId="{425534FE-2470-4743-8B71-83B1ED8770FD}" dt="2026-01-09T15:12:11.534" v="707" actId="26606"/>
          <ac:spMkLst>
            <pc:docMk/>
            <pc:sldMk cId="2609198288" sldId="259"/>
            <ac:spMk id="3" creationId="{C7F71551-F5A4-C1B7-3140-74179B3D6F68}"/>
          </ac:spMkLst>
        </pc:spChg>
        <pc:spChg chg="add">
          <ac:chgData name="Barras Matias" userId="8eac776d-deeb-4346-aa0f-eaa1e7f5da8d" providerId="ADAL" clId="{425534FE-2470-4743-8B71-83B1ED8770FD}" dt="2026-01-09T15:12:11.534" v="707" actId="26606"/>
          <ac:spMkLst>
            <pc:docMk/>
            <pc:sldMk cId="2609198288" sldId="259"/>
            <ac:spMk id="9" creationId="{BACC6370-2D7E-4714-9D71-7542949D7D5D}"/>
          </ac:spMkLst>
        </pc:spChg>
        <pc:spChg chg="add">
          <ac:chgData name="Barras Matias" userId="8eac776d-deeb-4346-aa0f-eaa1e7f5da8d" providerId="ADAL" clId="{425534FE-2470-4743-8B71-83B1ED8770FD}" dt="2026-01-09T15:12:11.534" v="707" actId="26606"/>
          <ac:spMkLst>
            <pc:docMk/>
            <pc:sldMk cId="2609198288" sldId="259"/>
            <ac:spMk id="11" creationId="{F68B3F68-107C-434F-AA38-110D5EA91B85}"/>
          </ac:spMkLst>
        </pc:spChg>
        <pc:spChg chg="add">
          <ac:chgData name="Barras Matias" userId="8eac776d-deeb-4346-aa0f-eaa1e7f5da8d" providerId="ADAL" clId="{425534FE-2470-4743-8B71-83B1ED8770FD}" dt="2026-01-09T15:12:11.534" v="707" actId="26606"/>
          <ac:spMkLst>
            <pc:docMk/>
            <pc:sldMk cId="2609198288" sldId="259"/>
            <ac:spMk id="13" creationId="{AAD0DBB9-1A4B-4391-81D4-CB19F9AB918A}"/>
          </ac:spMkLst>
        </pc:spChg>
        <pc:spChg chg="add">
          <ac:chgData name="Barras Matias" userId="8eac776d-deeb-4346-aa0f-eaa1e7f5da8d" providerId="ADAL" clId="{425534FE-2470-4743-8B71-83B1ED8770FD}" dt="2026-01-09T15:12:11.534" v="707" actId="26606"/>
          <ac:spMkLst>
            <pc:docMk/>
            <pc:sldMk cId="2609198288" sldId="259"/>
            <ac:spMk id="15" creationId="{063BBA22-50EA-4C4D-BE05-F1CE4E63AA56}"/>
          </ac:spMkLst>
        </pc:spChg>
        <pc:graphicFrameChg chg="add">
          <ac:chgData name="Barras Matias" userId="8eac776d-deeb-4346-aa0f-eaa1e7f5da8d" providerId="ADAL" clId="{425534FE-2470-4743-8B71-83B1ED8770FD}" dt="2026-01-09T15:12:11.534" v="707" actId="26606"/>
          <ac:graphicFrameMkLst>
            <pc:docMk/>
            <pc:sldMk cId="2609198288" sldId="259"/>
            <ac:graphicFrameMk id="5" creationId="{0FA33871-FE97-B5C2-4FEE-B328A32C7C25}"/>
          </ac:graphicFrameMkLst>
        </pc:graphicFrameChg>
      </pc:sldChg>
      <pc:sldChg chg="modSp new mod">
        <pc:chgData name="Barras Matias" userId="8eac776d-deeb-4346-aa0f-eaa1e7f5da8d" providerId="ADAL" clId="{425534FE-2470-4743-8B71-83B1ED8770FD}" dt="2026-01-09T15:13:00.754" v="728" actId="20577"/>
        <pc:sldMkLst>
          <pc:docMk/>
          <pc:sldMk cId="3692399880" sldId="260"/>
        </pc:sldMkLst>
        <pc:spChg chg="mod">
          <ac:chgData name="Barras Matias" userId="8eac776d-deeb-4346-aa0f-eaa1e7f5da8d" providerId="ADAL" clId="{425534FE-2470-4743-8B71-83B1ED8770FD}" dt="2026-01-09T15:12:27.897" v="710" actId="20577"/>
          <ac:spMkLst>
            <pc:docMk/>
            <pc:sldMk cId="3692399880" sldId="260"/>
            <ac:spMk id="2" creationId="{8EC08DBA-7445-3921-E8D8-7EBDA83B3C38}"/>
          </ac:spMkLst>
        </pc:spChg>
        <pc:spChg chg="mod">
          <ac:chgData name="Barras Matias" userId="8eac776d-deeb-4346-aa0f-eaa1e7f5da8d" providerId="ADAL" clId="{425534FE-2470-4743-8B71-83B1ED8770FD}" dt="2026-01-09T15:13:00.754" v="728" actId="20577"/>
          <ac:spMkLst>
            <pc:docMk/>
            <pc:sldMk cId="3692399880" sldId="260"/>
            <ac:spMk id="3" creationId="{BF0DA253-4C55-BD47-4C67-1029CC43E10D}"/>
          </ac:spMkLst>
        </pc:spChg>
      </pc:sldChg>
      <pc:sldChg chg="addSp delSp modSp new mod setBg">
        <pc:chgData name="Barras Matias" userId="8eac776d-deeb-4346-aa0f-eaa1e7f5da8d" providerId="ADAL" clId="{425534FE-2470-4743-8B71-83B1ED8770FD}" dt="2026-01-09T15:19:57.954" v="1037" actId="20577"/>
        <pc:sldMkLst>
          <pc:docMk/>
          <pc:sldMk cId="737238983" sldId="261"/>
        </pc:sldMkLst>
        <pc:spChg chg="mod">
          <ac:chgData name="Barras Matias" userId="8eac776d-deeb-4346-aa0f-eaa1e7f5da8d" providerId="ADAL" clId="{425534FE-2470-4743-8B71-83B1ED8770FD}" dt="2026-01-09T15:16:27.654" v="914" actId="26606"/>
          <ac:spMkLst>
            <pc:docMk/>
            <pc:sldMk cId="737238983" sldId="261"/>
            <ac:spMk id="2" creationId="{BB20BB87-E903-5DAD-45B8-B534021AC4CB}"/>
          </ac:spMkLst>
        </pc:spChg>
        <pc:spChg chg="del mod">
          <ac:chgData name="Barras Matias" userId="8eac776d-deeb-4346-aa0f-eaa1e7f5da8d" providerId="ADAL" clId="{425534FE-2470-4743-8B71-83B1ED8770FD}" dt="2026-01-09T15:16:27.654" v="914" actId="26606"/>
          <ac:spMkLst>
            <pc:docMk/>
            <pc:sldMk cId="737238983" sldId="261"/>
            <ac:spMk id="3" creationId="{7D930639-0492-3838-FE80-FB78EC1BC685}"/>
          </ac:spMkLst>
        </pc:spChg>
        <pc:spChg chg="add del">
          <ac:chgData name="Barras Matias" userId="8eac776d-deeb-4346-aa0f-eaa1e7f5da8d" providerId="ADAL" clId="{425534FE-2470-4743-8B71-83B1ED8770FD}" dt="2026-01-09T15:13:45.197" v="731" actId="22"/>
          <ac:spMkLst>
            <pc:docMk/>
            <pc:sldMk cId="737238983" sldId="261"/>
            <ac:spMk id="5" creationId="{907DE386-5FD9-4D13-EEC4-65264589F386}"/>
          </ac:spMkLst>
        </pc:spChg>
        <pc:spChg chg="add">
          <ac:chgData name="Barras Matias" userId="8eac776d-deeb-4346-aa0f-eaa1e7f5da8d" providerId="ADAL" clId="{425534FE-2470-4743-8B71-83B1ED8770FD}" dt="2026-01-09T15:16:27.654" v="914" actId="26606"/>
          <ac:spMkLst>
            <pc:docMk/>
            <pc:sldMk cId="737238983" sldId="261"/>
            <ac:spMk id="9" creationId="{BACC6370-2D7E-4714-9D71-7542949D7D5D}"/>
          </ac:spMkLst>
        </pc:spChg>
        <pc:spChg chg="add">
          <ac:chgData name="Barras Matias" userId="8eac776d-deeb-4346-aa0f-eaa1e7f5da8d" providerId="ADAL" clId="{425534FE-2470-4743-8B71-83B1ED8770FD}" dt="2026-01-09T15:16:27.654" v="914" actId="26606"/>
          <ac:spMkLst>
            <pc:docMk/>
            <pc:sldMk cId="737238983" sldId="261"/>
            <ac:spMk id="11" creationId="{F68B3F68-107C-434F-AA38-110D5EA91B85}"/>
          </ac:spMkLst>
        </pc:spChg>
        <pc:spChg chg="add">
          <ac:chgData name="Barras Matias" userId="8eac776d-deeb-4346-aa0f-eaa1e7f5da8d" providerId="ADAL" clId="{425534FE-2470-4743-8B71-83B1ED8770FD}" dt="2026-01-09T15:16:27.654" v="914" actId="26606"/>
          <ac:spMkLst>
            <pc:docMk/>
            <pc:sldMk cId="737238983" sldId="261"/>
            <ac:spMk id="13" creationId="{AAD0DBB9-1A4B-4391-81D4-CB19F9AB918A}"/>
          </ac:spMkLst>
        </pc:spChg>
        <pc:spChg chg="add">
          <ac:chgData name="Barras Matias" userId="8eac776d-deeb-4346-aa0f-eaa1e7f5da8d" providerId="ADAL" clId="{425534FE-2470-4743-8B71-83B1ED8770FD}" dt="2026-01-09T15:16:27.654" v="914" actId="26606"/>
          <ac:spMkLst>
            <pc:docMk/>
            <pc:sldMk cId="737238983" sldId="261"/>
            <ac:spMk id="15" creationId="{063BBA22-50EA-4C4D-BE05-F1CE4E63AA56}"/>
          </ac:spMkLst>
        </pc:spChg>
        <pc:graphicFrameChg chg="add mod modGraphic">
          <ac:chgData name="Barras Matias" userId="8eac776d-deeb-4346-aa0f-eaa1e7f5da8d" providerId="ADAL" clId="{425534FE-2470-4743-8B71-83B1ED8770FD}" dt="2026-01-09T15:19:57.954" v="1037" actId="20577"/>
          <ac:graphicFrameMkLst>
            <pc:docMk/>
            <pc:sldMk cId="737238983" sldId="261"/>
            <ac:graphicFrameMk id="6" creationId="{87EF198C-A58F-80CD-FC34-6E2B3CC46B11}"/>
          </ac:graphicFrameMkLst>
        </pc:graphicFrameChg>
      </pc:sldChg>
      <pc:sldChg chg="addSp delSp modSp new mod setBg">
        <pc:chgData name="Barras Matias" userId="8eac776d-deeb-4346-aa0f-eaa1e7f5da8d" providerId="ADAL" clId="{425534FE-2470-4743-8B71-83B1ED8770FD}" dt="2026-01-09T15:17:42.232" v="932" actId="14100"/>
        <pc:sldMkLst>
          <pc:docMk/>
          <pc:sldMk cId="122398681" sldId="262"/>
        </pc:sldMkLst>
        <pc:spChg chg="mod">
          <ac:chgData name="Barras Matias" userId="8eac776d-deeb-4346-aa0f-eaa1e7f5da8d" providerId="ADAL" clId="{425534FE-2470-4743-8B71-83B1ED8770FD}" dt="2026-01-09T15:17:30.197" v="931" actId="26606"/>
          <ac:spMkLst>
            <pc:docMk/>
            <pc:sldMk cId="122398681" sldId="262"/>
            <ac:spMk id="2" creationId="{691F331F-C120-4A64-CAD3-82C1CCB95810}"/>
          </ac:spMkLst>
        </pc:spChg>
        <pc:spChg chg="del">
          <ac:chgData name="Barras Matias" userId="8eac776d-deeb-4346-aa0f-eaa1e7f5da8d" providerId="ADAL" clId="{425534FE-2470-4743-8B71-83B1ED8770FD}" dt="2026-01-09T15:17:05.111" v="924"/>
          <ac:spMkLst>
            <pc:docMk/>
            <pc:sldMk cId="122398681" sldId="262"/>
            <ac:spMk id="3" creationId="{DF5F0782-3095-0D31-1439-116E4CBCE21F}"/>
          </ac:spMkLst>
        </pc:spChg>
        <pc:spChg chg="add">
          <ac:chgData name="Barras Matias" userId="8eac776d-deeb-4346-aa0f-eaa1e7f5da8d" providerId="ADAL" clId="{425534FE-2470-4743-8B71-83B1ED8770FD}" dt="2026-01-09T15:17:30.197" v="931" actId="26606"/>
          <ac:spMkLst>
            <pc:docMk/>
            <pc:sldMk cId="122398681" sldId="262"/>
            <ac:spMk id="6" creationId="{D4771268-CB57-404A-9271-370EB28F6090}"/>
          </ac:spMkLst>
        </pc:spChg>
        <pc:spChg chg="add del">
          <ac:chgData name="Barras Matias" userId="8eac776d-deeb-4346-aa0f-eaa1e7f5da8d" providerId="ADAL" clId="{425534FE-2470-4743-8B71-83B1ED8770FD}" dt="2026-01-09T15:17:18.342" v="926" actId="26606"/>
          <ac:spMkLst>
            <pc:docMk/>
            <pc:sldMk cId="122398681" sldId="262"/>
            <ac:spMk id="9" creationId="{A8384FB5-9ADC-4DDC-881B-597D56F5B15D}"/>
          </ac:spMkLst>
        </pc:spChg>
        <pc:spChg chg="add del">
          <ac:chgData name="Barras Matias" userId="8eac776d-deeb-4346-aa0f-eaa1e7f5da8d" providerId="ADAL" clId="{425534FE-2470-4743-8B71-83B1ED8770FD}" dt="2026-01-09T15:17:18.342" v="926" actId="26606"/>
          <ac:spMkLst>
            <pc:docMk/>
            <pc:sldMk cId="122398681" sldId="262"/>
            <ac:spMk id="11" creationId="{91E5A9A7-95C6-4F4F-B00E-C82E07FE62EF}"/>
          </ac:spMkLst>
        </pc:spChg>
        <pc:spChg chg="add del">
          <ac:chgData name="Barras Matias" userId="8eac776d-deeb-4346-aa0f-eaa1e7f5da8d" providerId="ADAL" clId="{425534FE-2470-4743-8B71-83B1ED8770FD}" dt="2026-01-09T15:17:18.342" v="926" actId="26606"/>
          <ac:spMkLst>
            <pc:docMk/>
            <pc:sldMk cId="122398681" sldId="262"/>
            <ac:spMk id="13" creationId="{D07DD2DE-F619-49DD-B5E7-03A290FF4ED1}"/>
          </ac:spMkLst>
        </pc:spChg>
        <pc:spChg chg="add del">
          <ac:chgData name="Barras Matias" userId="8eac776d-deeb-4346-aa0f-eaa1e7f5da8d" providerId="ADAL" clId="{425534FE-2470-4743-8B71-83B1ED8770FD}" dt="2026-01-09T15:17:18.342" v="926" actId="26606"/>
          <ac:spMkLst>
            <pc:docMk/>
            <pc:sldMk cId="122398681" sldId="262"/>
            <ac:spMk id="15" creationId="{85149191-5F60-4A28-AAFF-039F96B0F3EC}"/>
          </ac:spMkLst>
        </pc:spChg>
        <pc:spChg chg="add del">
          <ac:chgData name="Barras Matias" userId="8eac776d-deeb-4346-aa0f-eaa1e7f5da8d" providerId="ADAL" clId="{425534FE-2470-4743-8B71-83B1ED8770FD}" dt="2026-01-09T15:17:18.342" v="926" actId="26606"/>
          <ac:spMkLst>
            <pc:docMk/>
            <pc:sldMk cId="122398681" sldId="262"/>
            <ac:spMk id="17" creationId="{F8260ED5-17F7-4158-B241-D51DD4CF1B7E}"/>
          </ac:spMkLst>
        </pc:spChg>
        <pc:picChg chg="add mod">
          <ac:chgData name="Barras Matias" userId="8eac776d-deeb-4346-aa0f-eaa1e7f5da8d" providerId="ADAL" clId="{425534FE-2470-4743-8B71-83B1ED8770FD}" dt="2026-01-09T15:17:42.232" v="932" actId="14100"/>
          <ac:picMkLst>
            <pc:docMk/>
            <pc:sldMk cId="122398681" sldId="262"/>
            <ac:picMk id="4" creationId="{DE8F6C38-2FE5-1FB2-5680-B39D0F0E63C6}"/>
          </ac:picMkLst>
        </pc:picChg>
      </pc:sldChg>
      <pc:sldChg chg="addSp delSp modSp new mod setBg">
        <pc:chgData name="Barras Matias" userId="8eac776d-deeb-4346-aa0f-eaa1e7f5da8d" providerId="ADAL" clId="{425534FE-2470-4743-8B71-83B1ED8770FD}" dt="2026-01-09T15:21:31.968" v="1102" actId="26606"/>
        <pc:sldMkLst>
          <pc:docMk/>
          <pc:sldMk cId="2507725628" sldId="263"/>
        </pc:sldMkLst>
        <pc:spChg chg="mod">
          <ac:chgData name="Barras Matias" userId="8eac776d-deeb-4346-aa0f-eaa1e7f5da8d" providerId="ADAL" clId="{425534FE-2470-4743-8B71-83B1ED8770FD}" dt="2026-01-09T15:21:31.968" v="1102" actId="26606"/>
          <ac:spMkLst>
            <pc:docMk/>
            <pc:sldMk cId="2507725628" sldId="263"/>
            <ac:spMk id="2" creationId="{CBA1CB46-D3E0-9562-9078-62B0C32E2B75}"/>
          </ac:spMkLst>
        </pc:spChg>
        <pc:spChg chg="del">
          <ac:chgData name="Barras Matias" userId="8eac776d-deeb-4346-aa0f-eaa1e7f5da8d" providerId="ADAL" clId="{425534FE-2470-4743-8B71-83B1ED8770FD}" dt="2026-01-09T15:20:17.561" v="1049" actId="478"/>
          <ac:spMkLst>
            <pc:docMk/>
            <pc:sldMk cId="2507725628" sldId="263"/>
            <ac:spMk id="3" creationId="{A884BCFA-0038-B2D7-548E-D9D902216094}"/>
          </ac:spMkLst>
        </pc:spChg>
        <pc:spChg chg="add del">
          <ac:chgData name="Barras Matias" userId="8eac776d-deeb-4346-aa0f-eaa1e7f5da8d" providerId="ADAL" clId="{425534FE-2470-4743-8B71-83B1ED8770FD}" dt="2026-01-09T15:21:31.968" v="1102" actId="26606"/>
          <ac:spMkLst>
            <pc:docMk/>
            <pc:sldMk cId="2507725628" sldId="263"/>
            <ac:spMk id="9" creationId="{D4771268-CB57-404A-9271-370EB28F6090}"/>
          </ac:spMkLst>
        </pc:spChg>
        <pc:spChg chg="add">
          <ac:chgData name="Barras Matias" userId="8eac776d-deeb-4346-aa0f-eaa1e7f5da8d" providerId="ADAL" clId="{425534FE-2470-4743-8B71-83B1ED8770FD}" dt="2026-01-09T15:21:31.968" v="1102" actId="26606"/>
          <ac:spMkLst>
            <pc:docMk/>
            <pc:sldMk cId="2507725628" sldId="263"/>
            <ac:spMk id="14" creationId="{6753252F-4873-4F63-801D-CC719279A7D5}"/>
          </ac:spMkLst>
        </pc:spChg>
        <pc:spChg chg="add">
          <ac:chgData name="Barras Matias" userId="8eac776d-deeb-4346-aa0f-eaa1e7f5da8d" providerId="ADAL" clId="{425534FE-2470-4743-8B71-83B1ED8770FD}" dt="2026-01-09T15:21:31.968" v="1102" actId="26606"/>
          <ac:spMkLst>
            <pc:docMk/>
            <pc:sldMk cId="2507725628" sldId="263"/>
            <ac:spMk id="16" creationId="{047C8CCB-F95D-4249-92DD-651249D3535A}"/>
          </ac:spMkLst>
        </pc:spChg>
        <pc:picChg chg="add mod">
          <ac:chgData name="Barras Matias" userId="8eac776d-deeb-4346-aa0f-eaa1e7f5da8d" providerId="ADAL" clId="{425534FE-2470-4743-8B71-83B1ED8770FD}" dt="2026-01-09T15:21:31.968" v="1102" actId="26606"/>
          <ac:picMkLst>
            <pc:docMk/>
            <pc:sldMk cId="2507725628" sldId="263"/>
            <ac:picMk id="4" creationId="{B5F4BB2F-BFAA-D950-59FE-5C8A52BF60E7}"/>
          </ac:picMkLst>
        </pc:picChg>
      </pc:sldChg>
      <pc:sldChg chg="addSp delSp modSp new mod setBg">
        <pc:chgData name="Barras Matias" userId="8eac776d-deeb-4346-aa0f-eaa1e7f5da8d" providerId="ADAL" clId="{425534FE-2470-4743-8B71-83B1ED8770FD}" dt="2026-01-09T15:21:29.775" v="1101" actId="26606"/>
        <pc:sldMkLst>
          <pc:docMk/>
          <pc:sldMk cId="893555488" sldId="264"/>
        </pc:sldMkLst>
        <pc:spChg chg="mod">
          <ac:chgData name="Barras Matias" userId="8eac776d-deeb-4346-aa0f-eaa1e7f5da8d" providerId="ADAL" clId="{425534FE-2470-4743-8B71-83B1ED8770FD}" dt="2026-01-09T15:21:29.775" v="1101" actId="26606"/>
          <ac:spMkLst>
            <pc:docMk/>
            <pc:sldMk cId="893555488" sldId="264"/>
            <ac:spMk id="2" creationId="{9AA041EE-740F-5DCE-7E2A-7EE9F04AA23B}"/>
          </ac:spMkLst>
        </pc:spChg>
        <pc:spChg chg="del">
          <ac:chgData name="Barras Matias" userId="8eac776d-deeb-4346-aa0f-eaa1e7f5da8d" providerId="ADAL" clId="{425534FE-2470-4743-8B71-83B1ED8770FD}" dt="2026-01-09T15:21:05.922" v="1076"/>
          <ac:spMkLst>
            <pc:docMk/>
            <pc:sldMk cId="893555488" sldId="264"/>
            <ac:spMk id="3" creationId="{B023C5EB-0B87-7916-4953-3B4A83DDB42E}"/>
          </ac:spMkLst>
        </pc:spChg>
        <pc:spChg chg="add">
          <ac:chgData name="Barras Matias" userId="8eac776d-deeb-4346-aa0f-eaa1e7f5da8d" providerId="ADAL" clId="{425534FE-2470-4743-8B71-83B1ED8770FD}" dt="2026-01-09T15:21:29.775" v="1101" actId="26606"/>
          <ac:spMkLst>
            <pc:docMk/>
            <pc:sldMk cId="893555488" sldId="264"/>
            <ac:spMk id="9" creationId="{6753252F-4873-4F63-801D-CC719279A7D5}"/>
          </ac:spMkLst>
        </pc:spChg>
        <pc:spChg chg="add">
          <ac:chgData name="Barras Matias" userId="8eac776d-deeb-4346-aa0f-eaa1e7f5da8d" providerId="ADAL" clId="{425534FE-2470-4743-8B71-83B1ED8770FD}" dt="2026-01-09T15:21:29.775" v="1101" actId="26606"/>
          <ac:spMkLst>
            <pc:docMk/>
            <pc:sldMk cId="893555488" sldId="264"/>
            <ac:spMk id="11" creationId="{047C8CCB-F95D-4249-92DD-651249D3535A}"/>
          </ac:spMkLst>
        </pc:spChg>
        <pc:picChg chg="add mod">
          <ac:chgData name="Barras Matias" userId="8eac776d-deeb-4346-aa0f-eaa1e7f5da8d" providerId="ADAL" clId="{425534FE-2470-4743-8B71-83B1ED8770FD}" dt="2026-01-09T15:21:29.775" v="1101" actId="26606"/>
          <ac:picMkLst>
            <pc:docMk/>
            <pc:sldMk cId="893555488" sldId="264"/>
            <ac:picMk id="4" creationId="{D8F2F1FA-37AC-F58B-4658-FAA4AE6170CD}"/>
          </ac:picMkLst>
        </pc:picChg>
      </pc:sldChg>
      <pc:sldChg chg="addSp delSp modSp new mod setBg">
        <pc:chgData name="Barras Matias" userId="8eac776d-deeb-4346-aa0f-eaa1e7f5da8d" providerId="ADAL" clId="{425534FE-2470-4743-8B71-83B1ED8770FD}" dt="2026-01-09T15:21:26.753" v="1100" actId="26606"/>
        <pc:sldMkLst>
          <pc:docMk/>
          <pc:sldMk cId="829940796" sldId="265"/>
        </pc:sldMkLst>
        <pc:spChg chg="mod">
          <ac:chgData name="Barras Matias" userId="8eac776d-deeb-4346-aa0f-eaa1e7f5da8d" providerId="ADAL" clId="{425534FE-2470-4743-8B71-83B1ED8770FD}" dt="2026-01-09T15:21:26.753" v="1100" actId="26606"/>
          <ac:spMkLst>
            <pc:docMk/>
            <pc:sldMk cId="829940796" sldId="265"/>
            <ac:spMk id="2" creationId="{AB38C978-D584-73FA-C7C5-55CA979DB793}"/>
          </ac:spMkLst>
        </pc:spChg>
        <pc:spChg chg="del">
          <ac:chgData name="Barras Matias" userId="8eac776d-deeb-4346-aa0f-eaa1e7f5da8d" providerId="ADAL" clId="{425534FE-2470-4743-8B71-83B1ED8770FD}" dt="2026-01-09T15:21:24.140" v="1099"/>
          <ac:spMkLst>
            <pc:docMk/>
            <pc:sldMk cId="829940796" sldId="265"/>
            <ac:spMk id="3" creationId="{6E09667F-E938-FF9D-5A28-F84C91B2683B}"/>
          </ac:spMkLst>
        </pc:spChg>
        <pc:spChg chg="add">
          <ac:chgData name="Barras Matias" userId="8eac776d-deeb-4346-aa0f-eaa1e7f5da8d" providerId="ADAL" clId="{425534FE-2470-4743-8B71-83B1ED8770FD}" dt="2026-01-09T15:21:26.753" v="1100" actId="26606"/>
          <ac:spMkLst>
            <pc:docMk/>
            <pc:sldMk cId="829940796" sldId="265"/>
            <ac:spMk id="9" creationId="{6753252F-4873-4F63-801D-CC719279A7D5}"/>
          </ac:spMkLst>
        </pc:spChg>
        <pc:spChg chg="add">
          <ac:chgData name="Barras Matias" userId="8eac776d-deeb-4346-aa0f-eaa1e7f5da8d" providerId="ADAL" clId="{425534FE-2470-4743-8B71-83B1ED8770FD}" dt="2026-01-09T15:21:26.753" v="1100" actId="26606"/>
          <ac:spMkLst>
            <pc:docMk/>
            <pc:sldMk cId="829940796" sldId="265"/>
            <ac:spMk id="11" creationId="{047C8CCB-F95D-4249-92DD-651249D3535A}"/>
          </ac:spMkLst>
        </pc:spChg>
        <pc:picChg chg="add mod">
          <ac:chgData name="Barras Matias" userId="8eac776d-deeb-4346-aa0f-eaa1e7f5da8d" providerId="ADAL" clId="{425534FE-2470-4743-8B71-83B1ED8770FD}" dt="2026-01-09T15:21:26.753" v="1100" actId="26606"/>
          <ac:picMkLst>
            <pc:docMk/>
            <pc:sldMk cId="829940796" sldId="265"/>
            <ac:picMk id="4" creationId="{44458824-3DCC-DEA5-125E-8C3C6A2F6C65}"/>
          </ac:picMkLst>
        </pc:picChg>
      </pc:sldChg>
      <pc:sldChg chg="addSp delSp modSp new mod">
        <pc:chgData name="Barras Matias" userId="8eac776d-deeb-4346-aa0f-eaa1e7f5da8d" providerId="ADAL" clId="{425534FE-2470-4743-8B71-83B1ED8770FD}" dt="2026-01-09T15:29:09.949" v="1211" actId="20577"/>
        <pc:sldMkLst>
          <pc:docMk/>
          <pc:sldMk cId="3121260333" sldId="266"/>
        </pc:sldMkLst>
        <pc:spChg chg="mod">
          <ac:chgData name="Barras Matias" userId="8eac776d-deeb-4346-aa0f-eaa1e7f5da8d" providerId="ADAL" clId="{425534FE-2470-4743-8B71-83B1ED8770FD}" dt="2026-01-09T15:21:58.994" v="1104"/>
          <ac:spMkLst>
            <pc:docMk/>
            <pc:sldMk cId="3121260333" sldId="266"/>
            <ac:spMk id="2" creationId="{17F270D1-0CA7-03A1-6859-A144A6210720}"/>
          </ac:spMkLst>
        </pc:spChg>
        <pc:spChg chg="add del">
          <ac:chgData name="Barras Matias" userId="8eac776d-deeb-4346-aa0f-eaa1e7f5da8d" providerId="ADAL" clId="{425534FE-2470-4743-8B71-83B1ED8770FD}" dt="2026-01-09T15:22:47.350" v="1107" actId="1032"/>
          <ac:spMkLst>
            <pc:docMk/>
            <pc:sldMk cId="3121260333" sldId="266"/>
            <ac:spMk id="3" creationId="{899160D6-FD1E-314B-3995-EFCBC7802335}"/>
          </ac:spMkLst>
        </pc:spChg>
        <pc:graphicFrameChg chg="add mod modGraphic">
          <ac:chgData name="Barras Matias" userId="8eac776d-deeb-4346-aa0f-eaa1e7f5da8d" providerId="ADAL" clId="{425534FE-2470-4743-8B71-83B1ED8770FD}" dt="2026-01-09T15:29:09.949" v="1211" actId="20577"/>
          <ac:graphicFrameMkLst>
            <pc:docMk/>
            <pc:sldMk cId="3121260333" sldId="266"/>
            <ac:graphicFrameMk id="4" creationId="{404BA634-7BDD-A11E-527F-2DEAA7AD57C7}"/>
          </ac:graphicFrameMkLst>
        </pc:graphicFrameChg>
      </pc:sldChg>
      <pc:sldChg chg="addSp delSp modSp new">
        <pc:chgData name="Barras Matias" userId="8eac776d-deeb-4346-aa0f-eaa1e7f5da8d" providerId="ADAL" clId="{425534FE-2470-4743-8B71-83B1ED8770FD}" dt="2026-01-09T15:30:34.308" v="1213"/>
        <pc:sldMkLst>
          <pc:docMk/>
          <pc:sldMk cId="495223664" sldId="267"/>
        </pc:sldMkLst>
        <pc:spChg chg="del">
          <ac:chgData name="Barras Matias" userId="8eac776d-deeb-4346-aa0f-eaa1e7f5da8d" providerId="ADAL" clId="{425534FE-2470-4743-8B71-83B1ED8770FD}" dt="2026-01-09T15:30:34.308" v="1213"/>
          <ac:spMkLst>
            <pc:docMk/>
            <pc:sldMk cId="495223664" sldId="267"/>
            <ac:spMk id="3" creationId="{C6FAF402-C513-DF3C-FFE2-A31B1B0BC123}"/>
          </ac:spMkLst>
        </pc:spChg>
        <pc:picChg chg="add mod">
          <ac:chgData name="Barras Matias" userId="8eac776d-deeb-4346-aa0f-eaa1e7f5da8d" providerId="ADAL" clId="{425534FE-2470-4743-8B71-83B1ED8770FD}" dt="2026-01-09T15:30:34.308" v="1213"/>
          <ac:picMkLst>
            <pc:docMk/>
            <pc:sldMk cId="495223664" sldId="267"/>
            <ac:picMk id="4" creationId="{8ECCB583-11AB-270D-5CEA-6E5ACAFA83E6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2166D9-E65C-4906-BD28-45C314B8960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844B7E3-DC11-442F-B547-2678FD1E7BAD}">
      <dgm:prSet/>
      <dgm:spPr/>
      <dgm:t>
        <a:bodyPr/>
        <a:lstStyle/>
        <a:p>
          <a:r>
            <a:rPr lang="fr-CH"/>
            <a:t>Introducion</a:t>
          </a:r>
          <a:endParaRPr lang="en-US"/>
        </a:p>
      </dgm:t>
    </dgm:pt>
    <dgm:pt modelId="{D6B797A6-FF24-45A4-92E3-C8BE8DCDAC6F}" type="parTrans" cxnId="{EE4D0F9E-3375-43AE-AC8C-5291C68B1E7D}">
      <dgm:prSet/>
      <dgm:spPr/>
      <dgm:t>
        <a:bodyPr/>
        <a:lstStyle/>
        <a:p>
          <a:endParaRPr lang="en-US"/>
        </a:p>
      </dgm:t>
    </dgm:pt>
    <dgm:pt modelId="{67816DF2-FF3F-49F0-8A3D-4202EAFB44BB}" type="sibTrans" cxnId="{EE4D0F9E-3375-43AE-AC8C-5291C68B1E7D}">
      <dgm:prSet/>
      <dgm:spPr/>
      <dgm:t>
        <a:bodyPr/>
        <a:lstStyle/>
        <a:p>
          <a:endParaRPr lang="en-US"/>
        </a:p>
      </dgm:t>
    </dgm:pt>
    <dgm:pt modelId="{0F675C13-2708-4033-B6E1-CB4060A3674D}">
      <dgm:prSet/>
      <dgm:spPr/>
      <dgm:t>
        <a:bodyPr/>
        <a:lstStyle/>
        <a:p>
          <a:r>
            <a:rPr lang="fr-CH"/>
            <a:t>Contexte du projet</a:t>
          </a:r>
          <a:endParaRPr lang="en-US"/>
        </a:p>
      </dgm:t>
    </dgm:pt>
    <dgm:pt modelId="{8707006E-8D69-4F0F-888D-6CAA00F35BC9}" type="parTrans" cxnId="{AD84164C-9D49-4AD3-A9B0-64F73053F4BB}">
      <dgm:prSet/>
      <dgm:spPr/>
      <dgm:t>
        <a:bodyPr/>
        <a:lstStyle/>
        <a:p>
          <a:endParaRPr lang="en-US"/>
        </a:p>
      </dgm:t>
    </dgm:pt>
    <dgm:pt modelId="{FB8BA18B-8903-4F65-9E9E-5FDCA2C07413}" type="sibTrans" cxnId="{AD84164C-9D49-4AD3-A9B0-64F73053F4BB}">
      <dgm:prSet/>
      <dgm:spPr/>
      <dgm:t>
        <a:bodyPr/>
        <a:lstStyle/>
        <a:p>
          <a:endParaRPr lang="en-US"/>
        </a:p>
      </dgm:t>
    </dgm:pt>
    <dgm:pt modelId="{D56CC0ED-1901-4BE9-92CA-16CD4A9C2164}">
      <dgm:prSet/>
      <dgm:spPr/>
      <dgm:t>
        <a:bodyPr/>
        <a:lstStyle/>
        <a:p>
          <a:r>
            <a:rPr lang="fr-CH"/>
            <a:t>Objectifs pédagogiques</a:t>
          </a:r>
          <a:endParaRPr lang="en-US"/>
        </a:p>
      </dgm:t>
    </dgm:pt>
    <dgm:pt modelId="{EB7E35B9-3004-4B81-8AA1-7F98E0BFDC74}" type="parTrans" cxnId="{93DCC6E3-F4A1-4D0E-87C8-9241A0F26C52}">
      <dgm:prSet/>
      <dgm:spPr/>
      <dgm:t>
        <a:bodyPr/>
        <a:lstStyle/>
        <a:p>
          <a:endParaRPr lang="en-US"/>
        </a:p>
      </dgm:t>
    </dgm:pt>
    <dgm:pt modelId="{E168A9C5-7558-40A7-BC16-A61A786C5C90}" type="sibTrans" cxnId="{93DCC6E3-F4A1-4D0E-87C8-9241A0F26C52}">
      <dgm:prSet/>
      <dgm:spPr/>
      <dgm:t>
        <a:bodyPr/>
        <a:lstStyle/>
        <a:p>
          <a:endParaRPr lang="en-US"/>
        </a:p>
      </dgm:t>
    </dgm:pt>
    <dgm:pt modelId="{E23A4BA0-DAC8-4818-B018-5CF23B20F464}">
      <dgm:prSet/>
      <dgm:spPr/>
      <dgm:t>
        <a:bodyPr/>
        <a:lstStyle/>
        <a:p>
          <a:r>
            <a:rPr lang="fr-CH"/>
            <a:t>Fonctionnalités principales</a:t>
          </a:r>
          <a:endParaRPr lang="en-US"/>
        </a:p>
      </dgm:t>
    </dgm:pt>
    <dgm:pt modelId="{B8939659-C48D-41A4-921E-2C5CB6DE5E51}" type="parTrans" cxnId="{2A04806E-3849-4C8C-B7E9-05688AD30F5F}">
      <dgm:prSet/>
      <dgm:spPr/>
      <dgm:t>
        <a:bodyPr/>
        <a:lstStyle/>
        <a:p>
          <a:endParaRPr lang="en-US"/>
        </a:p>
      </dgm:t>
    </dgm:pt>
    <dgm:pt modelId="{4B45B83D-0F43-4B7B-9BA7-89E439711C9A}" type="sibTrans" cxnId="{2A04806E-3849-4C8C-B7E9-05688AD30F5F}">
      <dgm:prSet/>
      <dgm:spPr/>
      <dgm:t>
        <a:bodyPr/>
        <a:lstStyle/>
        <a:p>
          <a:endParaRPr lang="en-US"/>
        </a:p>
      </dgm:t>
    </dgm:pt>
    <dgm:pt modelId="{B1C58175-0322-4757-9238-31356F56DE8A}">
      <dgm:prSet/>
      <dgm:spPr/>
      <dgm:t>
        <a:bodyPr/>
        <a:lstStyle/>
        <a:p>
          <a:r>
            <a:rPr lang="fr-CH"/>
            <a:t>Maquettes et interface</a:t>
          </a:r>
          <a:endParaRPr lang="en-US"/>
        </a:p>
      </dgm:t>
    </dgm:pt>
    <dgm:pt modelId="{6B8AC442-C4F0-44BF-8F02-6AF53794B3AA}" type="parTrans" cxnId="{C9513ED3-C413-4E67-A8DD-1749B4839D03}">
      <dgm:prSet/>
      <dgm:spPr/>
      <dgm:t>
        <a:bodyPr/>
        <a:lstStyle/>
        <a:p>
          <a:endParaRPr lang="en-US"/>
        </a:p>
      </dgm:t>
    </dgm:pt>
    <dgm:pt modelId="{91032A7E-276F-48E8-A270-EBFC2304A2E1}" type="sibTrans" cxnId="{C9513ED3-C413-4E67-A8DD-1749B4839D03}">
      <dgm:prSet/>
      <dgm:spPr/>
      <dgm:t>
        <a:bodyPr/>
        <a:lstStyle/>
        <a:p>
          <a:endParaRPr lang="en-US"/>
        </a:p>
      </dgm:t>
    </dgm:pt>
    <dgm:pt modelId="{6F702F37-B1C0-4B9F-B280-5EABD2BBB9AE}">
      <dgm:prSet/>
      <dgm:spPr/>
      <dgm:t>
        <a:bodyPr/>
        <a:lstStyle/>
        <a:p>
          <a:r>
            <a:rPr lang="fr-CH"/>
            <a:t>Fonctionnement technique</a:t>
          </a:r>
          <a:endParaRPr lang="en-US"/>
        </a:p>
      </dgm:t>
    </dgm:pt>
    <dgm:pt modelId="{795DEE42-AF46-44EE-A3B2-E33FAF3452CD}" type="parTrans" cxnId="{03E7DBED-2568-4FF3-8E16-3279E71A43F8}">
      <dgm:prSet/>
      <dgm:spPr/>
      <dgm:t>
        <a:bodyPr/>
        <a:lstStyle/>
        <a:p>
          <a:endParaRPr lang="en-US"/>
        </a:p>
      </dgm:t>
    </dgm:pt>
    <dgm:pt modelId="{3DB90B9C-0E6E-497B-9B5F-F6B0C3B3D723}" type="sibTrans" cxnId="{03E7DBED-2568-4FF3-8E16-3279E71A43F8}">
      <dgm:prSet/>
      <dgm:spPr/>
      <dgm:t>
        <a:bodyPr/>
        <a:lstStyle/>
        <a:p>
          <a:endParaRPr lang="en-US"/>
        </a:p>
      </dgm:t>
    </dgm:pt>
    <dgm:pt modelId="{15685321-5DBC-4396-B1E7-5609701D2C34}">
      <dgm:prSet/>
      <dgm:spPr/>
      <dgm:t>
        <a:bodyPr/>
        <a:lstStyle/>
        <a:p>
          <a:r>
            <a:rPr lang="fr-CH"/>
            <a:t>Technologies utilisées</a:t>
          </a:r>
          <a:endParaRPr lang="en-US"/>
        </a:p>
      </dgm:t>
    </dgm:pt>
    <dgm:pt modelId="{933A1BD8-1222-421E-A923-C0281AF8E521}" type="parTrans" cxnId="{946DDF3E-3651-4A1E-8681-29FB381ABE44}">
      <dgm:prSet/>
      <dgm:spPr/>
      <dgm:t>
        <a:bodyPr/>
        <a:lstStyle/>
        <a:p>
          <a:endParaRPr lang="en-US"/>
        </a:p>
      </dgm:t>
    </dgm:pt>
    <dgm:pt modelId="{1A7A8CB5-DD9D-4924-9C81-D15E4AF0DF9D}" type="sibTrans" cxnId="{946DDF3E-3651-4A1E-8681-29FB381ABE44}">
      <dgm:prSet/>
      <dgm:spPr/>
      <dgm:t>
        <a:bodyPr/>
        <a:lstStyle/>
        <a:p>
          <a:endParaRPr lang="en-US"/>
        </a:p>
      </dgm:t>
    </dgm:pt>
    <dgm:pt modelId="{1DF71F25-DD71-482C-9B36-55E664738D5E}">
      <dgm:prSet/>
      <dgm:spPr/>
      <dgm:t>
        <a:bodyPr/>
        <a:lstStyle/>
        <a:p>
          <a:r>
            <a:rPr lang="fr-CH"/>
            <a:t>Organisation et suivis</a:t>
          </a:r>
          <a:endParaRPr lang="en-US"/>
        </a:p>
      </dgm:t>
    </dgm:pt>
    <dgm:pt modelId="{4286BB1C-AD0A-42B5-BA75-0DA85CE1B87A}" type="parTrans" cxnId="{E7116039-28CC-4EA7-8465-FCEE01D2B379}">
      <dgm:prSet/>
      <dgm:spPr/>
      <dgm:t>
        <a:bodyPr/>
        <a:lstStyle/>
        <a:p>
          <a:endParaRPr lang="en-US"/>
        </a:p>
      </dgm:t>
    </dgm:pt>
    <dgm:pt modelId="{6E194F01-0A84-4A78-B3CA-72755D8B9F9F}" type="sibTrans" cxnId="{E7116039-28CC-4EA7-8465-FCEE01D2B379}">
      <dgm:prSet/>
      <dgm:spPr/>
      <dgm:t>
        <a:bodyPr/>
        <a:lstStyle/>
        <a:p>
          <a:endParaRPr lang="en-US"/>
        </a:p>
      </dgm:t>
    </dgm:pt>
    <dgm:pt modelId="{50BEB181-FD14-40DC-B566-1E5318EF6062}">
      <dgm:prSet/>
      <dgm:spPr/>
      <dgm:t>
        <a:bodyPr/>
        <a:lstStyle/>
        <a:p>
          <a:r>
            <a:rPr lang="fr-CH"/>
            <a:t>Démonstration</a:t>
          </a:r>
          <a:endParaRPr lang="en-US"/>
        </a:p>
      </dgm:t>
    </dgm:pt>
    <dgm:pt modelId="{C454ABB4-41C1-4C6B-BE67-23612929CCE2}" type="parTrans" cxnId="{9A8A31F3-BE8C-48E7-A3DF-A473F34C6676}">
      <dgm:prSet/>
      <dgm:spPr/>
      <dgm:t>
        <a:bodyPr/>
        <a:lstStyle/>
        <a:p>
          <a:endParaRPr lang="en-US"/>
        </a:p>
      </dgm:t>
    </dgm:pt>
    <dgm:pt modelId="{47C65CA3-3CA4-49E5-BA0C-98F4069FB29E}" type="sibTrans" cxnId="{9A8A31F3-BE8C-48E7-A3DF-A473F34C6676}">
      <dgm:prSet/>
      <dgm:spPr/>
      <dgm:t>
        <a:bodyPr/>
        <a:lstStyle/>
        <a:p>
          <a:endParaRPr lang="en-US"/>
        </a:p>
      </dgm:t>
    </dgm:pt>
    <dgm:pt modelId="{FBE33700-0004-44F4-91CD-EF1A2F184A84}">
      <dgm:prSet/>
      <dgm:spPr/>
      <dgm:t>
        <a:bodyPr/>
        <a:lstStyle/>
        <a:p>
          <a:r>
            <a:rPr lang="fr-CH"/>
            <a:t>Conclusion</a:t>
          </a:r>
          <a:endParaRPr lang="en-US"/>
        </a:p>
      </dgm:t>
    </dgm:pt>
    <dgm:pt modelId="{CEA86F5C-B294-43E0-84B3-29825FD052E1}" type="parTrans" cxnId="{3DA2686B-5BE5-4004-B566-206714034031}">
      <dgm:prSet/>
      <dgm:spPr/>
      <dgm:t>
        <a:bodyPr/>
        <a:lstStyle/>
        <a:p>
          <a:endParaRPr lang="en-US"/>
        </a:p>
      </dgm:t>
    </dgm:pt>
    <dgm:pt modelId="{403D8DF2-8D03-4DF4-A046-80B8C1D339FB}" type="sibTrans" cxnId="{3DA2686B-5BE5-4004-B566-206714034031}">
      <dgm:prSet/>
      <dgm:spPr/>
      <dgm:t>
        <a:bodyPr/>
        <a:lstStyle/>
        <a:p>
          <a:endParaRPr lang="en-US"/>
        </a:p>
      </dgm:t>
    </dgm:pt>
    <dgm:pt modelId="{015D9439-85B3-4078-ACA1-25FEDCB2A6FC}">
      <dgm:prSet/>
      <dgm:spPr/>
      <dgm:t>
        <a:bodyPr/>
        <a:lstStyle/>
        <a:p>
          <a:r>
            <a:rPr lang="fr-CH"/>
            <a:t>Suite du projet</a:t>
          </a:r>
          <a:endParaRPr lang="en-US"/>
        </a:p>
      </dgm:t>
    </dgm:pt>
    <dgm:pt modelId="{4C116D55-ED21-4103-866C-F858E5B3D71E}" type="parTrans" cxnId="{F2532E7B-1898-471C-BAED-E16D0E547291}">
      <dgm:prSet/>
      <dgm:spPr/>
      <dgm:t>
        <a:bodyPr/>
        <a:lstStyle/>
        <a:p>
          <a:endParaRPr lang="en-US"/>
        </a:p>
      </dgm:t>
    </dgm:pt>
    <dgm:pt modelId="{602C79A2-35D1-4320-AEF1-BE73417C2201}" type="sibTrans" cxnId="{F2532E7B-1898-471C-BAED-E16D0E547291}">
      <dgm:prSet/>
      <dgm:spPr/>
      <dgm:t>
        <a:bodyPr/>
        <a:lstStyle/>
        <a:p>
          <a:endParaRPr lang="en-US"/>
        </a:p>
      </dgm:t>
    </dgm:pt>
    <dgm:pt modelId="{0112550C-64CD-44C2-AE48-3026C72E2CDD}">
      <dgm:prSet/>
      <dgm:spPr/>
      <dgm:t>
        <a:bodyPr/>
        <a:lstStyle/>
        <a:p>
          <a:r>
            <a:rPr lang="fr-CH"/>
            <a:t>Questions / Remerciements</a:t>
          </a:r>
          <a:endParaRPr lang="en-US"/>
        </a:p>
      </dgm:t>
    </dgm:pt>
    <dgm:pt modelId="{A68CDB11-4F65-41D6-991B-5A9A65391772}" type="parTrans" cxnId="{CE67124F-A32A-41CB-9ABE-C4483994CC1F}">
      <dgm:prSet/>
      <dgm:spPr/>
      <dgm:t>
        <a:bodyPr/>
        <a:lstStyle/>
        <a:p>
          <a:endParaRPr lang="en-US"/>
        </a:p>
      </dgm:t>
    </dgm:pt>
    <dgm:pt modelId="{E8188721-709A-400C-8378-447A3CE44E10}" type="sibTrans" cxnId="{CE67124F-A32A-41CB-9ABE-C4483994CC1F}">
      <dgm:prSet/>
      <dgm:spPr/>
      <dgm:t>
        <a:bodyPr/>
        <a:lstStyle/>
        <a:p>
          <a:endParaRPr lang="en-US"/>
        </a:p>
      </dgm:t>
    </dgm:pt>
    <dgm:pt modelId="{AB8AC16F-5A1B-4897-A919-4D43734BE103}" type="pres">
      <dgm:prSet presAssocID="{3C2166D9-E65C-4906-BD28-45C314B89606}" presName="linear" presStyleCnt="0">
        <dgm:presLayoutVars>
          <dgm:animLvl val="lvl"/>
          <dgm:resizeHandles val="exact"/>
        </dgm:presLayoutVars>
      </dgm:prSet>
      <dgm:spPr/>
    </dgm:pt>
    <dgm:pt modelId="{62BCDA82-D8C2-4272-B642-9F66E22F8F48}" type="pres">
      <dgm:prSet presAssocID="{F844B7E3-DC11-442F-B547-2678FD1E7BAD}" presName="parentText" presStyleLbl="node1" presStyleIdx="0" presStyleCnt="12">
        <dgm:presLayoutVars>
          <dgm:chMax val="0"/>
          <dgm:bulletEnabled val="1"/>
        </dgm:presLayoutVars>
      </dgm:prSet>
      <dgm:spPr/>
    </dgm:pt>
    <dgm:pt modelId="{D026D05F-5B5F-414A-9E7D-E04FB2FB4668}" type="pres">
      <dgm:prSet presAssocID="{67816DF2-FF3F-49F0-8A3D-4202EAFB44BB}" presName="spacer" presStyleCnt="0"/>
      <dgm:spPr/>
    </dgm:pt>
    <dgm:pt modelId="{6D1538DC-13A9-46C9-8612-CDE34B068163}" type="pres">
      <dgm:prSet presAssocID="{0F675C13-2708-4033-B6E1-CB4060A3674D}" presName="parentText" presStyleLbl="node1" presStyleIdx="1" presStyleCnt="12">
        <dgm:presLayoutVars>
          <dgm:chMax val="0"/>
          <dgm:bulletEnabled val="1"/>
        </dgm:presLayoutVars>
      </dgm:prSet>
      <dgm:spPr/>
    </dgm:pt>
    <dgm:pt modelId="{2D3F27EF-254A-4DC1-A31B-46FAA0BF08A1}" type="pres">
      <dgm:prSet presAssocID="{FB8BA18B-8903-4F65-9E9E-5FDCA2C07413}" presName="spacer" presStyleCnt="0"/>
      <dgm:spPr/>
    </dgm:pt>
    <dgm:pt modelId="{3BDF55C2-A7B1-4FDE-9350-B833347ACA28}" type="pres">
      <dgm:prSet presAssocID="{D56CC0ED-1901-4BE9-92CA-16CD4A9C2164}" presName="parentText" presStyleLbl="node1" presStyleIdx="2" presStyleCnt="12">
        <dgm:presLayoutVars>
          <dgm:chMax val="0"/>
          <dgm:bulletEnabled val="1"/>
        </dgm:presLayoutVars>
      </dgm:prSet>
      <dgm:spPr/>
    </dgm:pt>
    <dgm:pt modelId="{6EBFDCAE-E0CB-410C-8FE3-929F5E71CF61}" type="pres">
      <dgm:prSet presAssocID="{E168A9C5-7558-40A7-BC16-A61A786C5C90}" presName="spacer" presStyleCnt="0"/>
      <dgm:spPr/>
    </dgm:pt>
    <dgm:pt modelId="{B643E920-F087-47B4-B5A5-9F08C287B3FA}" type="pres">
      <dgm:prSet presAssocID="{E23A4BA0-DAC8-4818-B018-5CF23B20F464}" presName="parentText" presStyleLbl="node1" presStyleIdx="3" presStyleCnt="12">
        <dgm:presLayoutVars>
          <dgm:chMax val="0"/>
          <dgm:bulletEnabled val="1"/>
        </dgm:presLayoutVars>
      </dgm:prSet>
      <dgm:spPr/>
    </dgm:pt>
    <dgm:pt modelId="{2FC7EC78-AF3C-4FDD-8FAE-79B2FDA5853A}" type="pres">
      <dgm:prSet presAssocID="{4B45B83D-0F43-4B7B-9BA7-89E439711C9A}" presName="spacer" presStyleCnt="0"/>
      <dgm:spPr/>
    </dgm:pt>
    <dgm:pt modelId="{97A645D4-BCCB-4BF6-B6C4-18CA775A7FCF}" type="pres">
      <dgm:prSet presAssocID="{B1C58175-0322-4757-9238-31356F56DE8A}" presName="parentText" presStyleLbl="node1" presStyleIdx="4" presStyleCnt="12">
        <dgm:presLayoutVars>
          <dgm:chMax val="0"/>
          <dgm:bulletEnabled val="1"/>
        </dgm:presLayoutVars>
      </dgm:prSet>
      <dgm:spPr/>
    </dgm:pt>
    <dgm:pt modelId="{7E342168-E903-4323-881E-9F8F18621184}" type="pres">
      <dgm:prSet presAssocID="{91032A7E-276F-48E8-A270-EBFC2304A2E1}" presName="spacer" presStyleCnt="0"/>
      <dgm:spPr/>
    </dgm:pt>
    <dgm:pt modelId="{8D7C3AA2-3AAB-4578-AFDA-8CD91D7029E3}" type="pres">
      <dgm:prSet presAssocID="{6F702F37-B1C0-4B9F-B280-5EABD2BBB9AE}" presName="parentText" presStyleLbl="node1" presStyleIdx="5" presStyleCnt="12">
        <dgm:presLayoutVars>
          <dgm:chMax val="0"/>
          <dgm:bulletEnabled val="1"/>
        </dgm:presLayoutVars>
      </dgm:prSet>
      <dgm:spPr/>
    </dgm:pt>
    <dgm:pt modelId="{61BA1FBE-F070-4E56-B4EE-66134EA2CC1A}" type="pres">
      <dgm:prSet presAssocID="{3DB90B9C-0E6E-497B-9B5F-F6B0C3B3D723}" presName="spacer" presStyleCnt="0"/>
      <dgm:spPr/>
    </dgm:pt>
    <dgm:pt modelId="{82B2C831-2F86-4014-8099-5A62F48FE862}" type="pres">
      <dgm:prSet presAssocID="{15685321-5DBC-4396-B1E7-5609701D2C34}" presName="parentText" presStyleLbl="node1" presStyleIdx="6" presStyleCnt="12">
        <dgm:presLayoutVars>
          <dgm:chMax val="0"/>
          <dgm:bulletEnabled val="1"/>
        </dgm:presLayoutVars>
      </dgm:prSet>
      <dgm:spPr/>
    </dgm:pt>
    <dgm:pt modelId="{6D224C22-487F-4C76-A6B7-EFCF93AD3B0E}" type="pres">
      <dgm:prSet presAssocID="{1A7A8CB5-DD9D-4924-9C81-D15E4AF0DF9D}" presName="spacer" presStyleCnt="0"/>
      <dgm:spPr/>
    </dgm:pt>
    <dgm:pt modelId="{658C506A-230D-47B2-987F-3F47C564EC61}" type="pres">
      <dgm:prSet presAssocID="{1DF71F25-DD71-482C-9B36-55E664738D5E}" presName="parentText" presStyleLbl="node1" presStyleIdx="7" presStyleCnt="12">
        <dgm:presLayoutVars>
          <dgm:chMax val="0"/>
          <dgm:bulletEnabled val="1"/>
        </dgm:presLayoutVars>
      </dgm:prSet>
      <dgm:spPr/>
    </dgm:pt>
    <dgm:pt modelId="{60D44658-18E1-4CCE-8B08-C05FA0CC3EF1}" type="pres">
      <dgm:prSet presAssocID="{6E194F01-0A84-4A78-B3CA-72755D8B9F9F}" presName="spacer" presStyleCnt="0"/>
      <dgm:spPr/>
    </dgm:pt>
    <dgm:pt modelId="{6E27A609-AC85-459E-A775-F43FFFC5A8ED}" type="pres">
      <dgm:prSet presAssocID="{50BEB181-FD14-40DC-B566-1E5318EF6062}" presName="parentText" presStyleLbl="node1" presStyleIdx="8" presStyleCnt="12">
        <dgm:presLayoutVars>
          <dgm:chMax val="0"/>
          <dgm:bulletEnabled val="1"/>
        </dgm:presLayoutVars>
      </dgm:prSet>
      <dgm:spPr/>
    </dgm:pt>
    <dgm:pt modelId="{33763C91-D963-4DED-A2C0-A8BAF841930D}" type="pres">
      <dgm:prSet presAssocID="{47C65CA3-3CA4-49E5-BA0C-98F4069FB29E}" presName="spacer" presStyleCnt="0"/>
      <dgm:spPr/>
    </dgm:pt>
    <dgm:pt modelId="{2A8BF066-E4EC-433A-9FDC-8D39262C701C}" type="pres">
      <dgm:prSet presAssocID="{FBE33700-0004-44F4-91CD-EF1A2F184A84}" presName="parentText" presStyleLbl="node1" presStyleIdx="9" presStyleCnt="12">
        <dgm:presLayoutVars>
          <dgm:chMax val="0"/>
          <dgm:bulletEnabled val="1"/>
        </dgm:presLayoutVars>
      </dgm:prSet>
      <dgm:spPr/>
    </dgm:pt>
    <dgm:pt modelId="{6852FB4F-04C0-4758-9B6E-B6A619D67924}" type="pres">
      <dgm:prSet presAssocID="{403D8DF2-8D03-4DF4-A046-80B8C1D339FB}" presName="spacer" presStyleCnt="0"/>
      <dgm:spPr/>
    </dgm:pt>
    <dgm:pt modelId="{CBC6FA32-7271-4BA0-9F42-74DB2DA6FD59}" type="pres">
      <dgm:prSet presAssocID="{015D9439-85B3-4078-ACA1-25FEDCB2A6FC}" presName="parentText" presStyleLbl="node1" presStyleIdx="10" presStyleCnt="12">
        <dgm:presLayoutVars>
          <dgm:chMax val="0"/>
          <dgm:bulletEnabled val="1"/>
        </dgm:presLayoutVars>
      </dgm:prSet>
      <dgm:spPr/>
    </dgm:pt>
    <dgm:pt modelId="{CC746A4A-5896-4895-8A26-E4D74CED0CD0}" type="pres">
      <dgm:prSet presAssocID="{602C79A2-35D1-4320-AEF1-BE73417C2201}" presName="spacer" presStyleCnt="0"/>
      <dgm:spPr/>
    </dgm:pt>
    <dgm:pt modelId="{181E1EA8-262A-4DC5-BA6C-18D8D95426EA}" type="pres">
      <dgm:prSet presAssocID="{0112550C-64CD-44C2-AE48-3026C72E2CDD}" presName="parentText" presStyleLbl="node1" presStyleIdx="11" presStyleCnt="12">
        <dgm:presLayoutVars>
          <dgm:chMax val="0"/>
          <dgm:bulletEnabled val="1"/>
        </dgm:presLayoutVars>
      </dgm:prSet>
      <dgm:spPr/>
    </dgm:pt>
  </dgm:ptLst>
  <dgm:cxnLst>
    <dgm:cxn modelId="{5BEA3C1A-5D12-40CC-8BCB-DA9BEE899868}" type="presOf" srcId="{E23A4BA0-DAC8-4818-B018-5CF23B20F464}" destId="{B643E920-F087-47B4-B5A5-9F08C287B3FA}" srcOrd="0" destOrd="0" presId="urn:microsoft.com/office/officeart/2005/8/layout/vList2"/>
    <dgm:cxn modelId="{D0C3682C-6394-475E-937E-21A7C1E9DF55}" type="presOf" srcId="{15685321-5DBC-4396-B1E7-5609701D2C34}" destId="{82B2C831-2F86-4014-8099-5A62F48FE862}" srcOrd="0" destOrd="0" presId="urn:microsoft.com/office/officeart/2005/8/layout/vList2"/>
    <dgm:cxn modelId="{E7116039-28CC-4EA7-8465-FCEE01D2B379}" srcId="{3C2166D9-E65C-4906-BD28-45C314B89606}" destId="{1DF71F25-DD71-482C-9B36-55E664738D5E}" srcOrd="7" destOrd="0" parTransId="{4286BB1C-AD0A-42B5-BA75-0DA85CE1B87A}" sibTransId="{6E194F01-0A84-4A78-B3CA-72755D8B9F9F}"/>
    <dgm:cxn modelId="{EB06073A-CB69-4229-84D8-13AE51328790}" type="presOf" srcId="{1DF71F25-DD71-482C-9B36-55E664738D5E}" destId="{658C506A-230D-47B2-987F-3F47C564EC61}" srcOrd="0" destOrd="0" presId="urn:microsoft.com/office/officeart/2005/8/layout/vList2"/>
    <dgm:cxn modelId="{946DDF3E-3651-4A1E-8681-29FB381ABE44}" srcId="{3C2166D9-E65C-4906-BD28-45C314B89606}" destId="{15685321-5DBC-4396-B1E7-5609701D2C34}" srcOrd="6" destOrd="0" parTransId="{933A1BD8-1222-421E-A923-C0281AF8E521}" sibTransId="{1A7A8CB5-DD9D-4924-9C81-D15E4AF0DF9D}"/>
    <dgm:cxn modelId="{88AA544A-85D6-4B6D-B4DA-864BA714EDC9}" type="presOf" srcId="{6F702F37-B1C0-4B9F-B280-5EABD2BBB9AE}" destId="{8D7C3AA2-3AAB-4578-AFDA-8CD91D7029E3}" srcOrd="0" destOrd="0" presId="urn:microsoft.com/office/officeart/2005/8/layout/vList2"/>
    <dgm:cxn modelId="{3DA2686B-5BE5-4004-B566-206714034031}" srcId="{3C2166D9-E65C-4906-BD28-45C314B89606}" destId="{FBE33700-0004-44F4-91CD-EF1A2F184A84}" srcOrd="9" destOrd="0" parTransId="{CEA86F5C-B294-43E0-84B3-29825FD052E1}" sibTransId="{403D8DF2-8D03-4DF4-A046-80B8C1D339FB}"/>
    <dgm:cxn modelId="{AD84164C-9D49-4AD3-A9B0-64F73053F4BB}" srcId="{3C2166D9-E65C-4906-BD28-45C314B89606}" destId="{0F675C13-2708-4033-B6E1-CB4060A3674D}" srcOrd="1" destOrd="0" parTransId="{8707006E-8D69-4F0F-888D-6CAA00F35BC9}" sibTransId="{FB8BA18B-8903-4F65-9E9E-5FDCA2C07413}"/>
    <dgm:cxn modelId="{2A04806E-3849-4C8C-B7E9-05688AD30F5F}" srcId="{3C2166D9-E65C-4906-BD28-45C314B89606}" destId="{E23A4BA0-DAC8-4818-B018-5CF23B20F464}" srcOrd="3" destOrd="0" parTransId="{B8939659-C48D-41A4-921E-2C5CB6DE5E51}" sibTransId="{4B45B83D-0F43-4B7B-9BA7-89E439711C9A}"/>
    <dgm:cxn modelId="{61FC0C4F-6E4F-4380-B474-04ABFA59DBE4}" type="presOf" srcId="{D56CC0ED-1901-4BE9-92CA-16CD4A9C2164}" destId="{3BDF55C2-A7B1-4FDE-9350-B833347ACA28}" srcOrd="0" destOrd="0" presId="urn:microsoft.com/office/officeart/2005/8/layout/vList2"/>
    <dgm:cxn modelId="{CE67124F-A32A-41CB-9ABE-C4483994CC1F}" srcId="{3C2166D9-E65C-4906-BD28-45C314B89606}" destId="{0112550C-64CD-44C2-AE48-3026C72E2CDD}" srcOrd="11" destOrd="0" parTransId="{A68CDB11-4F65-41D6-991B-5A9A65391772}" sibTransId="{E8188721-709A-400C-8378-447A3CE44E10}"/>
    <dgm:cxn modelId="{7FFBF279-632D-4277-87B7-CE532FBA3B47}" type="presOf" srcId="{50BEB181-FD14-40DC-B566-1E5318EF6062}" destId="{6E27A609-AC85-459E-A775-F43FFFC5A8ED}" srcOrd="0" destOrd="0" presId="urn:microsoft.com/office/officeart/2005/8/layout/vList2"/>
    <dgm:cxn modelId="{B754FF59-548D-4013-B1E6-508ABC68C1A4}" type="presOf" srcId="{3C2166D9-E65C-4906-BD28-45C314B89606}" destId="{AB8AC16F-5A1B-4897-A919-4D43734BE103}" srcOrd="0" destOrd="0" presId="urn:microsoft.com/office/officeart/2005/8/layout/vList2"/>
    <dgm:cxn modelId="{F2532E7B-1898-471C-BAED-E16D0E547291}" srcId="{3C2166D9-E65C-4906-BD28-45C314B89606}" destId="{015D9439-85B3-4078-ACA1-25FEDCB2A6FC}" srcOrd="10" destOrd="0" parTransId="{4C116D55-ED21-4103-866C-F858E5B3D71E}" sibTransId="{602C79A2-35D1-4320-AEF1-BE73417C2201}"/>
    <dgm:cxn modelId="{A485958D-7138-4148-AF9B-BFBA82329E4B}" type="presOf" srcId="{FBE33700-0004-44F4-91CD-EF1A2F184A84}" destId="{2A8BF066-E4EC-433A-9FDC-8D39262C701C}" srcOrd="0" destOrd="0" presId="urn:microsoft.com/office/officeart/2005/8/layout/vList2"/>
    <dgm:cxn modelId="{921ED190-90A4-4A5D-89D6-73CDBADF8A5B}" type="presOf" srcId="{0F675C13-2708-4033-B6E1-CB4060A3674D}" destId="{6D1538DC-13A9-46C9-8612-CDE34B068163}" srcOrd="0" destOrd="0" presId="urn:microsoft.com/office/officeart/2005/8/layout/vList2"/>
    <dgm:cxn modelId="{6B741192-59F8-4AE0-B5E0-9FE1B2BC8C0B}" type="presOf" srcId="{0112550C-64CD-44C2-AE48-3026C72E2CDD}" destId="{181E1EA8-262A-4DC5-BA6C-18D8D95426EA}" srcOrd="0" destOrd="0" presId="urn:microsoft.com/office/officeart/2005/8/layout/vList2"/>
    <dgm:cxn modelId="{C7AA0194-5D54-4E22-AC9F-0BC55E1B80AD}" type="presOf" srcId="{F844B7E3-DC11-442F-B547-2678FD1E7BAD}" destId="{62BCDA82-D8C2-4272-B642-9F66E22F8F48}" srcOrd="0" destOrd="0" presId="urn:microsoft.com/office/officeart/2005/8/layout/vList2"/>
    <dgm:cxn modelId="{EE4D0F9E-3375-43AE-AC8C-5291C68B1E7D}" srcId="{3C2166D9-E65C-4906-BD28-45C314B89606}" destId="{F844B7E3-DC11-442F-B547-2678FD1E7BAD}" srcOrd="0" destOrd="0" parTransId="{D6B797A6-FF24-45A4-92E3-C8BE8DCDAC6F}" sibTransId="{67816DF2-FF3F-49F0-8A3D-4202EAFB44BB}"/>
    <dgm:cxn modelId="{D8A6CAA7-3A3E-4372-A10C-DDA964AE3E10}" type="presOf" srcId="{B1C58175-0322-4757-9238-31356F56DE8A}" destId="{97A645D4-BCCB-4BF6-B6C4-18CA775A7FCF}" srcOrd="0" destOrd="0" presId="urn:microsoft.com/office/officeart/2005/8/layout/vList2"/>
    <dgm:cxn modelId="{C9513ED3-C413-4E67-A8DD-1749B4839D03}" srcId="{3C2166D9-E65C-4906-BD28-45C314B89606}" destId="{B1C58175-0322-4757-9238-31356F56DE8A}" srcOrd="4" destOrd="0" parTransId="{6B8AC442-C4F0-44BF-8F02-6AF53794B3AA}" sibTransId="{91032A7E-276F-48E8-A270-EBFC2304A2E1}"/>
    <dgm:cxn modelId="{42E821E3-410E-476B-AB5C-1FCB7FC23DCC}" type="presOf" srcId="{015D9439-85B3-4078-ACA1-25FEDCB2A6FC}" destId="{CBC6FA32-7271-4BA0-9F42-74DB2DA6FD59}" srcOrd="0" destOrd="0" presId="urn:microsoft.com/office/officeart/2005/8/layout/vList2"/>
    <dgm:cxn modelId="{93DCC6E3-F4A1-4D0E-87C8-9241A0F26C52}" srcId="{3C2166D9-E65C-4906-BD28-45C314B89606}" destId="{D56CC0ED-1901-4BE9-92CA-16CD4A9C2164}" srcOrd="2" destOrd="0" parTransId="{EB7E35B9-3004-4B81-8AA1-7F98E0BFDC74}" sibTransId="{E168A9C5-7558-40A7-BC16-A61A786C5C90}"/>
    <dgm:cxn modelId="{03E7DBED-2568-4FF3-8E16-3279E71A43F8}" srcId="{3C2166D9-E65C-4906-BD28-45C314B89606}" destId="{6F702F37-B1C0-4B9F-B280-5EABD2BBB9AE}" srcOrd="5" destOrd="0" parTransId="{795DEE42-AF46-44EE-A3B2-E33FAF3452CD}" sibTransId="{3DB90B9C-0E6E-497B-9B5F-F6B0C3B3D723}"/>
    <dgm:cxn modelId="{9A8A31F3-BE8C-48E7-A3DF-A473F34C6676}" srcId="{3C2166D9-E65C-4906-BD28-45C314B89606}" destId="{50BEB181-FD14-40DC-B566-1E5318EF6062}" srcOrd="8" destOrd="0" parTransId="{C454ABB4-41C1-4C6B-BE67-23612929CCE2}" sibTransId="{47C65CA3-3CA4-49E5-BA0C-98F4069FB29E}"/>
    <dgm:cxn modelId="{13CD8019-36C2-4D8D-88E3-A1B704A48587}" type="presParOf" srcId="{AB8AC16F-5A1B-4897-A919-4D43734BE103}" destId="{62BCDA82-D8C2-4272-B642-9F66E22F8F48}" srcOrd="0" destOrd="0" presId="urn:microsoft.com/office/officeart/2005/8/layout/vList2"/>
    <dgm:cxn modelId="{1232C2B6-45A9-4ECE-85D5-27A209F02028}" type="presParOf" srcId="{AB8AC16F-5A1B-4897-A919-4D43734BE103}" destId="{D026D05F-5B5F-414A-9E7D-E04FB2FB4668}" srcOrd="1" destOrd="0" presId="urn:microsoft.com/office/officeart/2005/8/layout/vList2"/>
    <dgm:cxn modelId="{ACB3A08A-825C-46A5-A2A4-2CC15A2D0307}" type="presParOf" srcId="{AB8AC16F-5A1B-4897-A919-4D43734BE103}" destId="{6D1538DC-13A9-46C9-8612-CDE34B068163}" srcOrd="2" destOrd="0" presId="urn:microsoft.com/office/officeart/2005/8/layout/vList2"/>
    <dgm:cxn modelId="{EA0780B1-0585-464A-8171-8333A2728D66}" type="presParOf" srcId="{AB8AC16F-5A1B-4897-A919-4D43734BE103}" destId="{2D3F27EF-254A-4DC1-A31B-46FAA0BF08A1}" srcOrd="3" destOrd="0" presId="urn:microsoft.com/office/officeart/2005/8/layout/vList2"/>
    <dgm:cxn modelId="{C7196B8B-6B97-4996-B2DE-F69E1686A6B4}" type="presParOf" srcId="{AB8AC16F-5A1B-4897-A919-4D43734BE103}" destId="{3BDF55C2-A7B1-4FDE-9350-B833347ACA28}" srcOrd="4" destOrd="0" presId="urn:microsoft.com/office/officeart/2005/8/layout/vList2"/>
    <dgm:cxn modelId="{1D20A14D-9D19-437B-8D25-4D4FDA296383}" type="presParOf" srcId="{AB8AC16F-5A1B-4897-A919-4D43734BE103}" destId="{6EBFDCAE-E0CB-410C-8FE3-929F5E71CF61}" srcOrd="5" destOrd="0" presId="urn:microsoft.com/office/officeart/2005/8/layout/vList2"/>
    <dgm:cxn modelId="{CFBAD992-6360-4A0C-91CF-8957998CDF8C}" type="presParOf" srcId="{AB8AC16F-5A1B-4897-A919-4D43734BE103}" destId="{B643E920-F087-47B4-B5A5-9F08C287B3FA}" srcOrd="6" destOrd="0" presId="urn:microsoft.com/office/officeart/2005/8/layout/vList2"/>
    <dgm:cxn modelId="{7A04E03F-5A89-4207-8B62-D2F7790E56EE}" type="presParOf" srcId="{AB8AC16F-5A1B-4897-A919-4D43734BE103}" destId="{2FC7EC78-AF3C-4FDD-8FAE-79B2FDA5853A}" srcOrd="7" destOrd="0" presId="urn:microsoft.com/office/officeart/2005/8/layout/vList2"/>
    <dgm:cxn modelId="{86CE0386-6886-4C08-A8AE-2021CA6D08ED}" type="presParOf" srcId="{AB8AC16F-5A1B-4897-A919-4D43734BE103}" destId="{97A645D4-BCCB-4BF6-B6C4-18CA775A7FCF}" srcOrd="8" destOrd="0" presId="urn:microsoft.com/office/officeart/2005/8/layout/vList2"/>
    <dgm:cxn modelId="{435FC8C2-4319-4E95-B1BB-CDE024A02F53}" type="presParOf" srcId="{AB8AC16F-5A1B-4897-A919-4D43734BE103}" destId="{7E342168-E903-4323-881E-9F8F18621184}" srcOrd="9" destOrd="0" presId="urn:microsoft.com/office/officeart/2005/8/layout/vList2"/>
    <dgm:cxn modelId="{C25AF1D9-FF6E-44E4-864F-A952EAA90F3E}" type="presParOf" srcId="{AB8AC16F-5A1B-4897-A919-4D43734BE103}" destId="{8D7C3AA2-3AAB-4578-AFDA-8CD91D7029E3}" srcOrd="10" destOrd="0" presId="urn:microsoft.com/office/officeart/2005/8/layout/vList2"/>
    <dgm:cxn modelId="{E814E8DF-5499-47A1-8583-7E97C2352CF7}" type="presParOf" srcId="{AB8AC16F-5A1B-4897-A919-4D43734BE103}" destId="{61BA1FBE-F070-4E56-B4EE-66134EA2CC1A}" srcOrd="11" destOrd="0" presId="urn:microsoft.com/office/officeart/2005/8/layout/vList2"/>
    <dgm:cxn modelId="{D5902ED9-A37A-4169-807D-FC43F2BB71FA}" type="presParOf" srcId="{AB8AC16F-5A1B-4897-A919-4D43734BE103}" destId="{82B2C831-2F86-4014-8099-5A62F48FE862}" srcOrd="12" destOrd="0" presId="urn:microsoft.com/office/officeart/2005/8/layout/vList2"/>
    <dgm:cxn modelId="{2B809D7F-44E8-4945-A55C-A2FBB427009D}" type="presParOf" srcId="{AB8AC16F-5A1B-4897-A919-4D43734BE103}" destId="{6D224C22-487F-4C76-A6B7-EFCF93AD3B0E}" srcOrd="13" destOrd="0" presId="urn:microsoft.com/office/officeart/2005/8/layout/vList2"/>
    <dgm:cxn modelId="{D927A2BD-0A7D-49CD-8FEC-F0ED5F868E64}" type="presParOf" srcId="{AB8AC16F-5A1B-4897-A919-4D43734BE103}" destId="{658C506A-230D-47B2-987F-3F47C564EC61}" srcOrd="14" destOrd="0" presId="urn:microsoft.com/office/officeart/2005/8/layout/vList2"/>
    <dgm:cxn modelId="{2E95082A-9495-486C-9088-16AEE19A877E}" type="presParOf" srcId="{AB8AC16F-5A1B-4897-A919-4D43734BE103}" destId="{60D44658-18E1-4CCE-8B08-C05FA0CC3EF1}" srcOrd="15" destOrd="0" presId="urn:microsoft.com/office/officeart/2005/8/layout/vList2"/>
    <dgm:cxn modelId="{01ED8689-D2CC-44F7-A350-C9564AE833DF}" type="presParOf" srcId="{AB8AC16F-5A1B-4897-A919-4D43734BE103}" destId="{6E27A609-AC85-459E-A775-F43FFFC5A8ED}" srcOrd="16" destOrd="0" presId="urn:microsoft.com/office/officeart/2005/8/layout/vList2"/>
    <dgm:cxn modelId="{74005D8B-7A08-4744-A240-201DA3ECD505}" type="presParOf" srcId="{AB8AC16F-5A1B-4897-A919-4D43734BE103}" destId="{33763C91-D963-4DED-A2C0-A8BAF841930D}" srcOrd="17" destOrd="0" presId="urn:microsoft.com/office/officeart/2005/8/layout/vList2"/>
    <dgm:cxn modelId="{C73A09B5-F8D8-404A-9879-D5AA547B76D9}" type="presParOf" srcId="{AB8AC16F-5A1B-4897-A919-4D43734BE103}" destId="{2A8BF066-E4EC-433A-9FDC-8D39262C701C}" srcOrd="18" destOrd="0" presId="urn:microsoft.com/office/officeart/2005/8/layout/vList2"/>
    <dgm:cxn modelId="{02B68D71-2263-4738-A148-C70AF5D061F4}" type="presParOf" srcId="{AB8AC16F-5A1B-4897-A919-4D43734BE103}" destId="{6852FB4F-04C0-4758-9B6E-B6A619D67924}" srcOrd="19" destOrd="0" presId="urn:microsoft.com/office/officeart/2005/8/layout/vList2"/>
    <dgm:cxn modelId="{E16F0483-51FF-46AB-8E3B-0782ECE6BE1B}" type="presParOf" srcId="{AB8AC16F-5A1B-4897-A919-4D43734BE103}" destId="{CBC6FA32-7271-4BA0-9F42-74DB2DA6FD59}" srcOrd="20" destOrd="0" presId="urn:microsoft.com/office/officeart/2005/8/layout/vList2"/>
    <dgm:cxn modelId="{44ED0AB5-5C3A-43B8-80D2-C9C348C44E02}" type="presParOf" srcId="{AB8AC16F-5A1B-4897-A919-4D43734BE103}" destId="{CC746A4A-5896-4895-8A26-E4D74CED0CD0}" srcOrd="21" destOrd="0" presId="urn:microsoft.com/office/officeart/2005/8/layout/vList2"/>
    <dgm:cxn modelId="{1C87224D-4627-47E8-B85F-222F21F0269E}" type="presParOf" srcId="{AB8AC16F-5A1B-4897-A919-4D43734BE103}" destId="{181E1EA8-262A-4DC5-BA6C-18D8D95426EA}" srcOrd="2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484FC8-25F4-44D6-8B06-BA709D5254E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8D68C72-7CFB-4720-ADF6-E7C292DEC748}">
      <dgm:prSet/>
      <dgm:spPr/>
      <dgm:t>
        <a:bodyPr/>
        <a:lstStyle/>
        <a:p>
          <a:r>
            <a:rPr lang="fr-CH"/>
            <a:t>Arnaud Ramize Scum master</a:t>
          </a:r>
          <a:endParaRPr lang="en-US"/>
        </a:p>
      </dgm:t>
    </dgm:pt>
    <dgm:pt modelId="{B564629E-F8FA-4EBA-B155-AE078FDE0DD4}" type="parTrans" cxnId="{747BEB7D-6D5A-4E4C-AC1F-DB0098BC4256}">
      <dgm:prSet/>
      <dgm:spPr/>
      <dgm:t>
        <a:bodyPr/>
        <a:lstStyle/>
        <a:p>
          <a:endParaRPr lang="en-US"/>
        </a:p>
      </dgm:t>
    </dgm:pt>
    <dgm:pt modelId="{CA9E654B-B370-4BED-90CF-D6BCBD0A2934}" type="sibTrans" cxnId="{747BEB7D-6D5A-4E4C-AC1F-DB0098BC4256}">
      <dgm:prSet/>
      <dgm:spPr/>
      <dgm:t>
        <a:bodyPr/>
        <a:lstStyle/>
        <a:p>
          <a:endParaRPr lang="en-US"/>
        </a:p>
      </dgm:t>
    </dgm:pt>
    <dgm:pt modelId="{2CAC0227-67D8-4E8C-ABBC-8D9180771CB0}">
      <dgm:prSet/>
      <dgm:spPr/>
      <dgm:t>
        <a:bodyPr/>
        <a:lstStyle/>
        <a:p>
          <a:r>
            <a:rPr lang="fr-CH"/>
            <a:t>Jonas Deillon  Product owner</a:t>
          </a:r>
          <a:endParaRPr lang="en-US"/>
        </a:p>
      </dgm:t>
    </dgm:pt>
    <dgm:pt modelId="{19B64D1F-3DF3-4AE1-A9E0-6AF2553B2BEA}" type="parTrans" cxnId="{7BC4A879-2E10-4A13-B7AF-568F9A971B7F}">
      <dgm:prSet/>
      <dgm:spPr/>
      <dgm:t>
        <a:bodyPr/>
        <a:lstStyle/>
        <a:p>
          <a:endParaRPr lang="en-US"/>
        </a:p>
      </dgm:t>
    </dgm:pt>
    <dgm:pt modelId="{39D6DC8A-5F1A-4224-A9FC-E402E1F13341}" type="sibTrans" cxnId="{7BC4A879-2E10-4A13-B7AF-568F9A971B7F}">
      <dgm:prSet/>
      <dgm:spPr/>
      <dgm:t>
        <a:bodyPr/>
        <a:lstStyle/>
        <a:p>
          <a:endParaRPr lang="en-US"/>
        </a:p>
      </dgm:t>
    </dgm:pt>
    <dgm:pt modelId="{71AD2CF7-FD5F-4E96-949C-ECCAEBF23F4D}">
      <dgm:prSet/>
      <dgm:spPr/>
      <dgm:t>
        <a:bodyPr/>
        <a:lstStyle/>
        <a:p>
          <a:r>
            <a:rPr lang="fr-CH"/>
            <a:t>Matias Barras Devloper</a:t>
          </a:r>
          <a:endParaRPr lang="en-US"/>
        </a:p>
      </dgm:t>
    </dgm:pt>
    <dgm:pt modelId="{F5D3880D-A35F-4FC2-BDE4-B375F050E25E}" type="parTrans" cxnId="{D2BB1203-3F26-4568-B888-27168D186EB2}">
      <dgm:prSet/>
      <dgm:spPr/>
      <dgm:t>
        <a:bodyPr/>
        <a:lstStyle/>
        <a:p>
          <a:endParaRPr lang="en-US"/>
        </a:p>
      </dgm:t>
    </dgm:pt>
    <dgm:pt modelId="{FAD76F39-FE15-4E0C-9BDC-0F6D96082DF2}" type="sibTrans" cxnId="{D2BB1203-3F26-4568-B888-27168D186EB2}">
      <dgm:prSet/>
      <dgm:spPr/>
      <dgm:t>
        <a:bodyPr/>
        <a:lstStyle/>
        <a:p>
          <a:endParaRPr lang="en-US"/>
        </a:p>
      </dgm:t>
    </dgm:pt>
    <dgm:pt modelId="{7C275872-3FEC-47B5-96A8-2B1C1A882BDE}" type="pres">
      <dgm:prSet presAssocID="{E6484FC8-25F4-44D6-8B06-BA709D5254E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BFFD6DB-8B5F-4CC5-902E-D0AEC43B0E60}" type="pres">
      <dgm:prSet presAssocID="{68D68C72-7CFB-4720-ADF6-E7C292DEC748}" presName="hierRoot1" presStyleCnt="0"/>
      <dgm:spPr/>
    </dgm:pt>
    <dgm:pt modelId="{1414C77C-BDCA-452D-A573-CCD399CFA4C8}" type="pres">
      <dgm:prSet presAssocID="{68D68C72-7CFB-4720-ADF6-E7C292DEC748}" presName="composite" presStyleCnt="0"/>
      <dgm:spPr/>
    </dgm:pt>
    <dgm:pt modelId="{057D3E8B-F342-4ED8-99BE-D83844A93D43}" type="pres">
      <dgm:prSet presAssocID="{68D68C72-7CFB-4720-ADF6-E7C292DEC748}" presName="background" presStyleLbl="node0" presStyleIdx="0" presStyleCnt="3"/>
      <dgm:spPr/>
    </dgm:pt>
    <dgm:pt modelId="{E5A898DB-CCF9-422C-8B0F-E847C3A68F31}" type="pres">
      <dgm:prSet presAssocID="{68D68C72-7CFB-4720-ADF6-E7C292DEC748}" presName="text" presStyleLbl="fgAcc0" presStyleIdx="0" presStyleCnt="3">
        <dgm:presLayoutVars>
          <dgm:chPref val="3"/>
        </dgm:presLayoutVars>
      </dgm:prSet>
      <dgm:spPr/>
    </dgm:pt>
    <dgm:pt modelId="{70BB6BBD-A16C-4EB1-B795-FF89F18C5C75}" type="pres">
      <dgm:prSet presAssocID="{68D68C72-7CFB-4720-ADF6-E7C292DEC748}" presName="hierChild2" presStyleCnt="0"/>
      <dgm:spPr/>
    </dgm:pt>
    <dgm:pt modelId="{7D5151DF-D87E-41DE-9E7A-A26E2975EFCB}" type="pres">
      <dgm:prSet presAssocID="{2CAC0227-67D8-4E8C-ABBC-8D9180771CB0}" presName="hierRoot1" presStyleCnt="0"/>
      <dgm:spPr/>
    </dgm:pt>
    <dgm:pt modelId="{F9D29564-2B25-4EE9-848B-3756D3535C18}" type="pres">
      <dgm:prSet presAssocID="{2CAC0227-67D8-4E8C-ABBC-8D9180771CB0}" presName="composite" presStyleCnt="0"/>
      <dgm:spPr/>
    </dgm:pt>
    <dgm:pt modelId="{B12C90EB-28E8-43D7-9C79-46AC660B5854}" type="pres">
      <dgm:prSet presAssocID="{2CAC0227-67D8-4E8C-ABBC-8D9180771CB0}" presName="background" presStyleLbl="node0" presStyleIdx="1" presStyleCnt="3"/>
      <dgm:spPr/>
    </dgm:pt>
    <dgm:pt modelId="{06F557BD-A9CC-4312-A44F-0A7BEB6B98CC}" type="pres">
      <dgm:prSet presAssocID="{2CAC0227-67D8-4E8C-ABBC-8D9180771CB0}" presName="text" presStyleLbl="fgAcc0" presStyleIdx="1" presStyleCnt="3">
        <dgm:presLayoutVars>
          <dgm:chPref val="3"/>
        </dgm:presLayoutVars>
      </dgm:prSet>
      <dgm:spPr/>
    </dgm:pt>
    <dgm:pt modelId="{06BBF275-4837-4544-81D3-A94BD7FAC3F2}" type="pres">
      <dgm:prSet presAssocID="{2CAC0227-67D8-4E8C-ABBC-8D9180771CB0}" presName="hierChild2" presStyleCnt="0"/>
      <dgm:spPr/>
    </dgm:pt>
    <dgm:pt modelId="{B7398385-EDEB-44EA-A73A-11C69068D158}" type="pres">
      <dgm:prSet presAssocID="{71AD2CF7-FD5F-4E96-949C-ECCAEBF23F4D}" presName="hierRoot1" presStyleCnt="0"/>
      <dgm:spPr/>
    </dgm:pt>
    <dgm:pt modelId="{F7ED6981-8DC7-4738-A33D-9F19206DE511}" type="pres">
      <dgm:prSet presAssocID="{71AD2CF7-FD5F-4E96-949C-ECCAEBF23F4D}" presName="composite" presStyleCnt="0"/>
      <dgm:spPr/>
    </dgm:pt>
    <dgm:pt modelId="{95135AFB-F80D-4A8D-A95E-3B31BC913E9F}" type="pres">
      <dgm:prSet presAssocID="{71AD2CF7-FD5F-4E96-949C-ECCAEBF23F4D}" presName="background" presStyleLbl="node0" presStyleIdx="2" presStyleCnt="3"/>
      <dgm:spPr/>
    </dgm:pt>
    <dgm:pt modelId="{CD0FD278-E96A-4E66-A2AF-AB7CF77147F1}" type="pres">
      <dgm:prSet presAssocID="{71AD2CF7-FD5F-4E96-949C-ECCAEBF23F4D}" presName="text" presStyleLbl="fgAcc0" presStyleIdx="2" presStyleCnt="3">
        <dgm:presLayoutVars>
          <dgm:chPref val="3"/>
        </dgm:presLayoutVars>
      </dgm:prSet>
      <dgm:spPr/>
    </dgm:pt>
    <dgm:pt modelId="{77EBE4F2-5D94-44B9-B935-2A6E43D65F88}" type="pres">
      <dgm:prSet presAssocID="{71AD2CF7-FD5F-4E96-949C-ECCAEBF23F4D}" presName="hierChild2" presStyleCnt="0"/>
      <dgm:spPr/>
    </dgm:pt>
  </dgm:ptLst>
  <dgm:cxnLst>
    <dgm:cxn modelId="{D2BB1203-3F26-4568-B888-27168D186EB2}" srcId="{E6484FC8-25F4-44D6-8B06-BA709D5254E0}" destId="{71AD2CF7-FD5F-4E96-949C-ECCAEBF23F4D}" srcOrd="2" destOrd="0" parTransId="{F5D3880D-A35F-4FC2-BDE4-B375F050E25E}" sibTransId="{FAD76F39-FE15-4E0C-9BDC-0F6D96082DF2}"/>
    <dgm:cxn modelId="{761AE245-10A8-467A-93E5-6B8F57552487}" type="presOf" srcId="{68D68C72-7CFB-4720-ADF6-E7C292DEC748}" destId="{E5A898DB-CCF9-422C-8B0F-E847C3A68F31}" srcOrd="0" destOrd="0" presId="urn:microsoft.com/office/officeart/2005/8/layout/hierarchy1"/>
    <dgm:cxn modelId="{7BC4A879-2E10-4A13-B7AF-568F9A971B7F}" srcId="{E6484FC8-25F4-44D6-8B06-BA709D5254E0}" destId="{2CAC0227-67D8-4E8C-ABBC-8D9180771CB0}" srcOrd="1" destOrd="0" parTransId="{19B64D1F-3DF3-4AE1-A9E0-6AF2553B2BEA}" sibTransId="{39D6DC8A-5F1A-4224-A9FC-E402E1F13341}"/>
    <dgm:cxn modelId="{747BEB7D-6D5A-4E4C-AC1F-DB0098BC4256}" srcId="{E6484FC8-25F4-44D6-8B06-BA709D5254E0}" destId="{68D68C72-7CFB-4720-ADF6-E7C292DEC748}" srcOrd="0" destOrd="0" parTransId="{B564629E-F8FA-4EBA-B155-AE078FDE0DD4}" sibTransId="{CA9E654B-B370-4BED-90CF-D6BCBD0A2934}"/>
    <dgm:cxn modelId="{1CFD6CA8-773D-4F91-905E-E944A7F4F9DF}" type="presOf" srcId="{71AD2CF7-FD5F-4E96-949C-ECCAEBF23F4D}" destId="{CD0FD278-E96A-4E66-A2AF-AB7CF77147F1}" srcOrd="0" destOrd="0" presId="urn:microsoft.com/office/officeart/2005/8/layout/hierarchy1"/>
    <dgm:cxn modelId="{568DCAF2-92FA-494F-BAB8-9B67E026C894}" type="presOf" srcId="{E6484FC8-25F4-44D6-8B06-BA709D5254E0}" destId="{7C275872-3FEC-47B5-96A8-2B1C1A882BDE}" srcOrd="0" destOrd="0" presId="urn:microsoft.com/office/officeart/2005/8/layout/hierarchy1"/>
    <dgm:cxn modelId="{DB4685F3-2D00-4575-9AB8-58C689EC123A}" type="presOf" srcId="{2CAC0227-67D8-4E8C-ABBC-8D9180771CB0}" destId="{06F557BD-A9CC-4312-A44F-0A7BEB6B98CC}" srcOrd="0" destOrd="0" presId="urn:microsoft.com/office/officeart/2005/8/layout/hierarchy1"/>
    <dgm:cxn modelId="{39241EFF-266E-476C-BEDA-0B8CAA0DA089}" type="presParOf" srcId="{7C275872-3FEC-47B5-96A8-2B1C1A882BDE}" destId="{7BFFD6DB-8B5F-4CC5-902E-D0AEC43B0E60}" srcOrd="0" destOrd="0" presId="urn:microsoft.com/office/officeart/2005/8/layout/hierarchy1"/>
    <dgm:cxn modelId="{B6C78D97-F69C-4200-A9BD-92AF57D2631A}" type="presParOf" srcId="{7BFFD6DB-8B5F-4CC5-902E-D0AEC43B0E60}" destId="{1414C77C-BDCA-452D-A573-CCD399CFA4C8}" srcOrd="0" destOrd="0" presId="urn:microsoft.com/office/officeart/2005/8/layout/hierarchy1"/>
    <dgm:cxn modelId="{1DDB6BC1-0012-42A8-8C65-FDB90F163212}" type="presParOf" srcId="{1414C77C-BDCA-452D-A573-CCD399CFA4C8}" destId="{057D3E8B-F342-4ED8-99BE-D83844A93D43}" srcOrd="0" destOrd="0" presId="urn:microsoft.com/office/officeart/2005/8/layout/hierarchy1"/>
    <dgm:cxn modelId="{82DDC9BA-2AC9-4B2B-A5B7-617BA65C4751}" type="presParOf" srcId="{1414C77C-BDCA-452D-A573-CCD399CFA4C8}" destId="{E5A898DB-CCF9-422C-8B0F-E847C3A68F31}" srcOrd="1" destOrd="0" presId="urn:microsoft.com/office/officeart/2005/8/layout/hierarchy1"/>
    <dgm:cxn modelId="{9FD89E6E-82AA-4FB4-B50C-EB4D188A0868}" type="presParOf" srcId="{7BFFD6DB-8B5F-4CC5-902E-D0AEC43B0E60}" destId="{70BB6BBD-A16C-4EB1-B795-FF89F18C5C75}" srcOrd="1" destOrd="0" presId="urn:microsoft.com/office/officeart/2005/8/layout/hierarchy1"/>
    <dgm:cxn modelId="{208888F4-5E1C-42F2-9CD2-808020B7E9CC}" type="presParOf" srcId="{7C275872-3FEC-47B5-96A8-2B1C1A882BDE}" destId="{7D5151DF-D87E-41DE-9E7A-A26E2975EFCB}" srcOrd="1" destOrd="0" presId="urn:microsoft.com/office/officeart/2005/8/layout/hierarchy1"/>
    <dgm:cxn modelId="{02F8E666-E0A5-40DE-A375-92575CFCABA4}" type="presParOf" srcId="{7D5151DF-D87E-41DE-9E7A-A26E2975EFCB}" destId="{F9D29564-2B25-4EE9-848B-3756D3535C18}" srcOrd="0" destOrd="0" presId="urn:microsoft.com/office/officeart/2005/8/layout/hierarchy1"/>
    <dgm:cxn modelId="{B6C9A4D1-479C-4316-8CED-A58201BC48D7}" type="presParOf" srcId="{F9D29564-2B25-4EE9-848B-3756D3535C18}" destId="{B12C90EB-28E8-43D7-9C79-46AC660B5854}" srcOrd="0" destOrd="0" presId="urn:microsoft.com/office/officeart/2005/8/layout/hierarchy1"/>
    <dgm:cxn modelId="{3271FAED-E8D0-42E8-9298-ED355FC441E1}" type="presParOf" srcId="{F9D29564-2B25-4EE9-848B-3756D3535C18}" destId="{06F557BD-A9CC-4312-A44F-0A7BEB6B98CC}" srcOrd="1" destOrd="0" presId="urn:microsoft.com/office/officeart/2005/8/layout/hierarchy1"/>
    <dgm:cxn modelId="{4F326E25-0B2B-4B19-B5B6-4CE6516A60DC}" type="presParOf" srcId="{7D5151DF-D87E-41DE-9E7A-A26E2975EFCB}" destId="{06BBF275-4837-4544-81D3-A94BD7FAC3F2}" srcOrd="1" destOrd="0" presId="urn:microsoft.com/office/officeart/2005/8/layout/hierarchy1"/>
    <dgm:cxn modelId="{12EB7CF6-F7B5-43CF-BF72-73215D9D5BC7}" type="presParOf" srcId="{7C275872-3FEC-47B5-96A8-2B1C1A882BDE}" destId="{B7398385-EDEB-44EA-A73A-11C69068D158}" srcOrd="2" destOrd="0" presId="urn:microsoft.com/office/officeart/2005/8/layout/hierarchy1"/>
    <dgm:cxn modelId="{EA9BFC6D-A609-49BE-8CAF-10747BB5370C}" type="presParOf" srcId="{B7398385-EDEB-44EA-A73A-11C69068D158}" destId="{F7ED6981-8DC7-4738-A33D-9F19206DE511}" srcOrd="0" destOrd="0" presId="urn:microsoft.com/office/officeart/2005/8/layout/hierarchy1"/>
    <dgm:cxn modelId="{D4818DEF-5BF8-4578-8493-CE9AAB580FCE}" type="presParOf" srcId="{F7ED6981-8DC7-4738-A33D-9F19206DE511}" destId="{95135AFB-F80D-4A8D-A95E-3B31BC913E9F}" srcOrd="0" destOrd="0" presId="urn:microsoft.com/office/officeart/2005/8/layout/hierarchy1"/>
    <dgm:cxn modelId="{9EA5B657-3BF5-43E3-8E72-83716AB32AB0}" type="presParOf" srcId="{F7ED6981-8DC7-4738-A33D-9F19206DE511}" destId="{CD0FD278-E96A-4E66-A2AF-AB7CF77147F1}" srcOrd="1" destOrd="0" presId="urn:microsoft.com/office/officeart/2005/8/layout/hierarchy1"/>
    <dgm:cxn modelId="{DCF64DDC-1C72-49FE-8BDC-563A8EF099CA}" type="presParOf" srcId="{B7398385-EDEB-44EA-A73A-11C69068D158}" destId="{77EBE4F2-5D94-44B9-B935-2A6E43D65F8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C9AAAB-4574-4A3B-87E9-2851EED0792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5AFB1BA-64ED-4D0A-9ECC-9905A59EEAC5}">
      <dgm:prSet/>
      <dgm:spPr/>
      <dgm:t>
        <a:bodyPr/>
        <a:lstStyle/>
        <a:p>
          <a:r>
            <a:rPr lang="fr-CH"/>
            <a:t>Application web de jeux retro </a:t>
          </a:r>
          <a:endParaRPr lang="en-US"/>
        </a:p>
      </dgm:t>
    </dgm:pt>
    <dgm:pt modelId="{9BFC2C4B-24E3-4F2C-94DB-F1C2E5EC9F26}" type="parTrans" cxnId="{324D0AFF-7C0F-495D-9E55-199B70F66804}">
      <dgm:prSet/>
      <dgm:spPr/>
      <dgm:t>
        <a:bodyPr/>
        <a:lstStyle/>
        <a:p>
          <a:endParaRPr lang="en-US"/>
        </a:p>
      </dgm:t>
    </dgm:pt>
    <dgm:pt modelId="{8A8257FB-0FCB-4B01-BBE5-DC088C376905}" type="sibTrans" cxnId="{324D0AFF-7C0F-495D-9E55-199B70F66804}">
      <dgm:prSet/>
      <dgm:spPr/>
      <dgm:t>
        <a:bodyPr/>
        <a:lstStyle/>
        <a:p>
          <a:endParaRPr lang="en-US"/>
        </a:p>
      </dgm:t>
    </dgm:pt>
    <dgm:pt modelId="{B9AFB225-994B-4087-8F6A-2A46FF7B5BDD}">
      <dgm:prSet/>
      <dgm:spPr/>
      <dgm:t>
        <a:bodyPr/>
        <a:lstStyle/>
        <a:p>
          <a:r>
            <a:rPr lang="fr-CH"/>
            <a:t>Besoin d’activité ludiques dans les lieux publics</a:t>
          </a:r>
          <a:endParaRPr lang="en-US"/>
        </a:p>
      </dgm:t>
    </dgm:pt>
    <dgm:pt modelId="{D7710328-E3C0-46D0-8027-958819F4DAB1}" type="parTrans" cxnId="{AC354CA0-63D3-4961-982F-AF5EEB716578}">
      <dgm:prSet/>
      <dgm:spPr/>
      <dgm:t>
        <a:bodyPr/>
        <a:lstStyle/>
        <a:p>
          <a:endParaRPr lang="en-US"/>
        </a:p>
      </dgm:t>
    </dgm:pt>
    <dgm:pt modelId="{04985AA9-ECCD-4D26-A9B3-773007CD3C8F}" type="sibTrans" cxnId="{AC354CA0-63D3-4961-982F-AF5EEB716578}">
      <dgm:prSet/>
      <dgm:spPr/>
      <dgm:t>
        <a:bodyPr/>
        <a:lstStyle/>
        <a:p>
          <a:endParaRPr lang="en-US"/>
        </a:p>
      </dgm:t>
    </dgm:pt>
    <dgm:pt modelId="{7A9A331D-22BE-4A60-B59D-0A806A8B3185}" type="pres">
      <dgm:prSet presAssocID="{0EC9AAAB-4574-4A3B-87E9-2851EED0792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97894FF-CE15-4EDF-AB7E-986821E993B9}" type="pres">
      <dgm:prSet presAssocID="{05AFB1BA-64ED-4D0A-9ECC-9905A59EEAC5}" presName="hierRoot1" presStyleCnt="0"/>
      <dgm:spPr/>
    </dgm:pt>
    <dgm:pt modelId="{F7C2FC55-B945-4D07-A536-844874046D38}" type="pres">
      <dgm:prSet presAssocID="{05AFB1BA-64ED-4D0A-9ECC-9905A59EEAC5}" presName="composite" presStyleCnt="0"/>
      <dgm:spPr/>
    </dgm:pt>
    <dgm:pt modelId="{6E130160-C4CD-456F-B4E7-F72A95AE9224}" type="pres">
      <dgm:prSet presAssocID="{05AFB1BA-64ED-4D0A-9ECC-9905A59EEAC5}" presName="background" presStyleLbl="node0" presStyleIdx="0" presStyleCnt="2"/>
      <dgm:spPr/>
    </dgm:pt>
    <dgm:pt modelId="{7FF9A16E-3E7E-4901-85EF-69A2EC769170}" type="pres">
      <dgm:prSet presAssocID="{05AFB1BA-64ED-4D0A-9ECC-9905A59EEAC5}" presName="text" presStyleLbl="fgAcc0" presStyleIdx="0" presStyleCnt="2">
        <dgm:presLayoutVars>
          <dgm:chPref val="3"/>
        </dgm:presLayoutVars>
      </dgm:prSet>
      <dgm:spPr/>
    </dgm:pt>
    <dgm:pt modelId="{4B5641AD-DABE-4CAF-9C61-5A8B8926EFE9}" type="pres">
      <dgm:prSet presAssocID="{05AFB1BA-64ED-4D0A-9ECC-9905A59EEAC5}" presName="hierChild2" presStyleCnt="0"/>
      <dgm:spPr/>
    </dgm:pt>
    <dgm:pt modelId="{450A9D1A-3767-490D-AC3D-EAB418656AEA}" type="pres">
      <dgm:prSet presAssocID="{B9AFB225-994B-4087-8F6A-2A46FF7B5BDD}" presName="hierRoot1" presStyleCnt="0"/>
      <dgm:spPr/>
    </dgm:pt>
    <dgm:pt modelId="{114E1CA9-577A-427A-9ED6-1A43A4429774}" type="pres">
      <dgm:prSet presAssocID="{B9AFB225-994B-4087-8F6A-2A46FF7B5BDD}" presName="composite" presStyleCnt="0"/>
      <dgm:spPr/>
    </dgm:pt>
    <dgm:pt modelId="{1DAA09BD-BC9B-4D51-84EC-1039E5A4CE17}" type="pres">
      <dgm:prSet presAssocID="{B9AFB225-994B-4087-8F6A-2A46FF7B5BDD}" presName="background" presStyleLbl="node0" presStyleIdx="1" presStyleCnt="2"/>
      <dgm:spPr/>
    </dgm:pt>
    <dgm:pt modelId="{135CA62C-0194-4270-B7E1-89B0DA5C9A3B}" type="pres">
      <dgm:prSet presAssocID="{B9AFB225-994B-4087-8F6A-2A46FF7B5BDD}" presName="text" presStyleLbl="fgAcc0" presStyleIdx="1" presStyleCnt="2">
        <dgm:presLayoutVars>
          <dgm:chPref val="3"/>
        </dgm:presLayoutVars>
      </dgm:prSet>
      <dgm:spPr/>
    </dgm:pt>
    <dgm:pt modelId="{1DB2FB00-F5DC-4B21-A4EA-3DFE4652DC19}" type="pres">
      <dgm:prSet presAssocID="{B9AFB225-994B-4087-8F6A-2A46FF7B5BDD}" presName="hierChild2" presStyleCnt="0"/>
      <dgm:spPr/>
    </dgm:pt>
  </dgm:ptLst>
  <dgm:cxnLst>
    <dgm:cxn modelId="{B21D254A-62FB-4F6A-BFA1-E450354ABAEF}" type="presOf" srcId="{05AFB1BA-64ED-4D0A-9ECC-9905A59EEAC5}" destId="{7FF9A16E-3E7E-4901-85EF-69A2EC769170}" srcOrd="0" destOrd="0" presId="urn:microsoft.com/office/officeart/2005/8/layout/hierarchy1"/>
    <dgm:cxn modelId="{AC354CA0-63D3-4961-982F-AF5EEB716578}" srcId="{0EC9AAAB-4574-4A3B-87E9-2851EED07923}" destId="{B9AFB225-994B-4087-8F6A-2A46FF7B5BDD}" srcOrd="1" destOrd="0" parTransId="{D7710328-E3C0-46D0-8027-958819F4DAB1}" sibTransId="{04985AA9-ECCD-4D26-A9B3-773007CD3C8F}"/>
    <dgm:cxn modelId="{609B87D8-09E3-4FAA-A9F2-E6F60D8451D6}" type="presOf" srcId="{0EC9AAAB-4574-4A3B-87E9-2851EED07923}" destId="{7A9A331D-22BE-4A60-B59D-0A806A8B3185}" srcOrd="0" destOrd="0" presId="urn:microsoft.com/office/officeart/2005/8/layout/hierarchy1"/>
    <dgm:cxn modelId="{09F406E6-10C6-4346-AA99-1856614C15F5}" type="presOf" srcId="{B9AFB225-994B-4087-8F6A-2A46FF7B5BDD}" destId="{135CA62C-0194-4270-B7E1-89B0DA5C9A3B}" srcOrd="0" destOrd="0" presId="urn:microsoft.com/office/officeart/2005/8/layout/hierarchy1"/>
    <dgm:cxn modelId="{324D0AFF-7C0F-495D-9E55-199B70F66804}" srcId="{0EC9AAAB-4574-4A3B-87E9-2851EED07923}" destId="{05AFB1BA-64ED-4D0A-9ECC-9905A59EEAC5}" srcOrd="0" destOrd="0" parTransId="{9BFC2C4B-24E3-4F2C-94DB-F1C2E5EC9F26}" sibTransId="{8A8257FB-0FCB-4B01-BBE5-DC088C376905}"/>
    <dgm:cxn modelId="{CE8098EB-8B16-41FE-AC29-49741A2C3828}" type="presParOf" srcId="{7A9A331D-22BE-4A60-B59D-0A806A8B3185}" destId="{797894FF-CE15-4EDF-AB7E-986821E993B9}" srcOrd="0" destOrd="0" presId="urn:microsoft.com/office/officeart/2005/8/layout/hierarchy1"/>
    <dgm:cxn modelId="{A375238E-7198-4CD1-8884-52DC1B54EB9A}" type="presParOf" srcId="{797894FF-CE15-4EDF-AB7E-986821E993B9}" destId="{F7C2FC55-B945-4D07-A536-844874046D38}" srcOrd="0" destOrd="0" presId="urn:microsoft.com/office/officeart/2005/8/layout/hierarchy1"/>
    <dgm:cxn modelId="{A8D25860-F402-458D-AFFE-8C3126522095}" type="presParOf" srcId="{F7C2FC55-B945-4D07-A536-844874046D38}" destId="{6E130160-C4CD-456F-B4E7-F72A95AE9224}" srcOrd="0" destOrd="0" presId="urn:microsoft.com/office/officeart/2005/8/layout/hierarchy1"/>
    <dgm:cxn modelId="{ADF43D4A-BC7B-41A6-A678-6DFD48F0A047}" type="presParOf" srcId="{F7C2FC55-B945-4D07-A536-844874046D38}" destId="{7FF9A16E-3E7E-4901-85EF-69A2EC769170}" srcOrd="1" destOrd="0" presId="urn:microsoft.com/office/officeart/2005/8/layout/hierarchy1"/>
    <dgm:cxn modelId="{42297EC6-B6BD-4056-8482-F5AD5B32DC71}" type="presParOf" srcId="{797894FF-CE15-4EDF-AB7E-986821E993B9}" destId="{4B5641AD-DABE-4CAF-9C61-5A8B8926EFE9}" srcOrd="1" destOrd="0" presId="urn:microsoft.com/office/officeart/2005/8/layout/hierarchy1"/>
    <dgm:cxn modelId="{D964F975-C632-4BD9-BD29-1B9764A901FB}" type="presParOf" srcId="{7A9A331D-22BE-4A60-B59D-0A806A8B3185}" destId="{450A9D1A-3767-490D-AC3D-EAB418656AEA}" srcOrd="1" destOrd="0" presId="urn:microsoft.com/office/officeart/2005/8/layout/hierarchy1"/>
    <dgm:cxn modelId="{AA79F481-7FF8-4FD8-A058-5E9D5673AB70}" type="presParOf" srcId="{450A9D1A-3767-490D-AC3D-EAB418656AEA}" destId="{114E1CA9-577A-427A-9ED6-1A43A4429774}" srcOrd="0" destOrd="0" presId="urn:microsoft.com/office/officeart/2005/8/layout/hierarchy1"/>
    <dgm:cxn modelId="{E16637CB-7890-47D3-977B-DC84AA15D30D}" type="presParOf" srcId="{114E1CA9-577A-427A-9ED6-1A43A4429774}" destId="{1DAA09BD-BC9B-4D51-84EC-1039E5A4CE17}" srcOrd="0" destOrd="0" presId="urn:microsoft.com/office/officeart/2005/8/layout/hierarchy1"/>
    <dgm:cxn modelId="{0EE6B9E4-1B9A-45E7-9600-B781378FE878}" type="presParOf" srcId="{114E1CA9-577A-427A-9ED6-1A43A4429774}" destId="{135CA62C-0194-4270-B7E1-89B0DA5C9A3B}" srcOrd="1" destOrd="0" presId="urn:microsoft.com/office/officeart/2005/8/layout/hierarchy1"/>
    <dgm:cxn modelId="{2C6A5A04-083F-47D2-A79A-BF9FE8E6ECA8}" type="presParOf" srcId="{450A9D1A-3767-490D-AC3D-EAB418656AEA}" destId="{1DB2FB00-F5DC-4B21-A4EA-3DFE4652DC1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C0B8FF2-76C9-4387-83BF-CA4A0FF1F16B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0EB33A7-9189-4151-991E-0A95D7BB94CC}">
      <dgm:prSet/>
      <dgm:spPr/>
      <dgm:t>
        <a:bodyPr/>
        <a:lstStyle/>
        <a:p>
          <a:r>
            <a:rPr lang="fr-CH"/>
            <a:t>Jeux </a:t>
          </a:r>
          <a:endParaRPr lang="en-US"/>
        </a:p>
      </dgm:t>
    </dgm:pt>
    <dgm:pt modelId="{7EBD562F-74F6-4C28-8972-E3311A8DF3EE}" type="parTrans" cxnId="{8BEBBB6A-336C-4EA8-95FC-CAB79EBE6DAF}">
      <dgm:prSet/>
      <dgm:spPr/>
      <dgm:t>
        <a:bodyPr/>
        <a:lstStyle/>
        <a:p>
          <a:endParaRPr lang="en-US"/>
        </a:p>
      </dgm:t>
    </dgm:pt>
    <dgm:pt modelId="{06E31703-8327-4673-8482-DBC715478907}" type="sibTrans" cxnId="{8BEBBB6A-336C-4EA8-95FC-CAB79EBE6DAF}">
      <dgm:prSet/>
      <dgm:spPr/>
      <dgm:t>
        <a:bodyPr/>
        <a:lstStyle/>
        <a:p>
          <a:endParaRPr lang="en-US"/>
        </a:p>
      </dgm:t>
    </dgm:pt>
    <dgm:pt modelId="{23C387DB-E1DB-46D2-8D0D-7A18D74ADF79}">
      <dgm:prSet/>
      <dgm:spPr/>
      <dgm:t>
        <a:bodyPr/>
        <a:lstStyle/>
        <a:p>
          <a:r>
            <a:rPr lang="fr-CH" dirty="0"/>
            <a:t>Amusements grâces au catalogue de jeux.</a:t>
          </a:r>
          <a:endParaRPr lang="en-US" dirty="0"/>
        </a:p>
      </dgm:t>
    </dgm:pt>
    <dgm:pt modelId="{CEA9335B-C379-4831-833C-29D84A272308}" type="parTrans" cxnId="{65E56CD4-8AB8-444F-A4BE-3663213688B6}">
      <dgm:prSet/>
      <dgm:spPr/>
      <dgm:t>
        <a:bodyPr/>
        <a:lstStyle/>
        <a:p>
          <a:endParaRPr lang="en-US"/>
        </a:p>
      </dgm:t>
    </dgm:pt>
    <dgm:pt modelId="{4A971597-DD08-4C5A-8C00-5AFE8B53FC8F}" type="sibTrans" cxnId="{65E56CD4-8AB8-444F-A4BE-3663213688B6}">
      <dgm:prSet/>
      <dgm:spPr/>
      <dgm:t>
        <a:bodyPr/>
        <a:lstStyle/>
        <a:p>
          <a:endParaRPr lang="en-US"/>
        </a:p>
      </dgm:t>
    </dgm:pt>
    <dgm:pt modelId="{75AF4571-5872-4A07-98AF-42F8F19FE0F8}">
      <dgm:prSet/>
      <dgm:spPr/>
      <dgm:t>
        <a:bodyPr/>
        <a:lstStyle/>
        <a:p>
          <a:r>
            <a:rPr lang="fr-CH"/>
            <a:t>Scors </a:t>
          </a:r>
          <a:endParaRPr lang="en-US"/>
        </a:p>
      </dgm:t>
    </dgm:pt>
    <dgm:pt modelId="{74AC960C-4692-4D39-9F2C-523413AF4ABD}" type="parTrans" cxnId="{69E2E470-EDF8-48C5-AE04-F53239960236}">
      <dgm:prSet/>
      <dgm:spPr/>
      <dgm:t>
        <a:bodyPr/>
        <a:lstStyle/>
        <a:p>
          <a:endParaRPr lang="en-US"/>
        </a:p>
      </dgm:t>
    </dgm:pt>
    <dgm:pt modelId="{671B3D86-7FC0-4C5F-A6F8-C50DAD9B8663}" type="sibTrans" cxnId="{69E2E470-EDF8-48C5-AE04-F53239960236}">
      <dgm:prSet/>
      <dgm:spPr/>
      <dgm:t>
        <a:bodyPr/>
        <a:lstStyle/>
        <a:p>
          <a:endParaRPr lang="en-US"/>
        </a:p>
      </dgm:t>
    </dgm:pt>
    <dgm:pt modelId="{094B5BEA-416B-4443-B101-70C0C26461A8}">
      <dgm:prSet/>
      <dgm:spPr/>
      <dgm:t>
        <a:bodyPr/>
        <a:lstStyle/>
        <a:p>
          <a:r>
            <a:rPr lang="fr-CH" dirty="0"/>
            <a:t>Sauvegarde du score de l’utilisateur</a:t>
          </a:r>
          <a:endParaRPr lang="en-US" dirty="0"/>
        </a:p>
      </dgm:t>
    </dgm:pt>
    <dgm:pt modelId="{EA1B90B1-4D05-4F2F-9748-D2F1D677746B}" type="parTrans" cxnId="{A4E771F2-6718-4896-803B-6024EEB45937}">
      <dgm:prSet/>
      <dgm:spPr/>
      <dgm:t>
        <a:bodyPr/>
        <a:lstStyle/>
        <a:p>
          <a:endParaRPr lang="en-US"/>
        </a:p>
      </dgm:t>
    </dgm:pt>
    <dgm:pt modelId="{C1708EB7-1E93-4193-9629-D5CFB7A4B04B}" type="sibTrans" cxnId="{A4E771F2-6718-4896-803B-6024EEB45937}">
      <dgm:prSet/>
      <dgm:spPr/>
      <dgm:t>
        <a:bodyPr/>
        <a:lstStyle/>
        <a:p>
          <a:endParaRPr lang="en-US"/>
        </a:p>
      </dgm:t>
    </dgm:pt>
    <dgm:pt modelId="{3CAEEC68-68A5-4250-BE4D-AFDC6EBC1E55}">
      <dgm:prSet/>
      <dgm:spPr/>
      <dgm:t>
        <a:bodyPr/>
        <a:lstStyle/>
        <a:p>
          <a:r>
            <a:rPr lang="fr-CH" noProof="0" dirty="0"/>
            <a:t>Support des manettes Xbox</a:t>
          </a:r>
        </a:p>
      </dgm:t>
    </dgm:pt>
    <dgm:pt modelId="{97357C2E-D482-4CF4-B9E5-7FAEB1CDC17A}" type="parTrans" cxnId="{E62D8E0A-8742-4A59-B416-2E4566E2320E}">
      <dgm:prSet/>
      <dgm:spPr/>
    </dgm:pt>
    <dgm:pt modelId="{1D1FA9FD-9FBD-4DFA-BBBB-3E5F5B381FD0}" type="sibTrans" cxnId="{E62D8E0A-8742-4A59-B416-2E4566E2320E}">
      <dgm:prSet/>
      <dgm:spPr/>
    </dgm:pt>
    <dgm:pt modelId="{9082FC6B-71E3-45D2-8F9E-D93A943E02EB}">
      <dgm:prSet/>
      <dgm:spPr/>
      <dgm:t>
        <a:bodyPr/>
        <a:lstStyle/>
        <a:p>
          <a:r>
            <a:rPr lang="fr-CH" noProof="0" dirty="0" err="1"/>
            <a:t>Leaderboard</a:t>
          </a:r>
          <a:r>
            <a:rPr lang="fr-CH" noProof="0" dirty="0"/>
            <a:t> pour voir et comparer ses </a:t>
          </a:r>
          <a:r>
            <a:rPr lang="fr-CH" noProof="0" dirty="0" err="1"/>
            <a:t>scors</a:t>
          </a:r>
          <a:endParaRPr lang="fr-CH" noProof="0" dirty="0"/>
        </a:p>
      </dgm:t>
    </dgm:pt>
    <dgm:pt modelId="{F9991104-6DC7-4D81-B21B-D3BA454BCFED}" type="parTrans" cxnId="{9D188E84-19E4-410B-9707-F48AB645B50A}">
      <dgm:prSet/>
      <dgm:spPr/>
    </dgm:pt>
    <dgm:pt modelId="{B3B7D459-B074-44A9-ADAF-34E178F79E1F}" type="sibTrans" cxnId="{9D188E84-19E4-410B-9707-F48AB645B50A}">
      <dgm:prSet/>
      <dgm:spPr/>
    </dgm:pt>
    <dgm:pt modelId="{6CC40F6A-70BF-411E-9471-657994ECFD67}" type="pres">
      <dgm:prSet presAssocID="{0C0B8FF2-76C9-4387-83BF-CA4A0FF1F16B}" presName="linear" presStyleCnt="0">
        <dgm:presLayoutVars>
          <dgm:dir/>
          <dgm:animLvl val="lvl"/>
          <dgm:resizeHandles val="exact"/>
        </dgm:presLayoutVars>
      </dgm:prSet>
      <dgm:spPr/>
    </dgm:pt>
    <dgm:pt modelId="{C6CC839B-8898-4557-A073-874D9A6CA0BE}" type="pres">
      <dgm:prSet presAssocID="{80EB33A7-9189-4151-991E-0A95D7BB94CC}" presName="parentLin" presStyleCnt="0"/>
      <dgm:spPr/>
    </dgm:pt>
    <dgm:pt modelId="{75B76CFD-E7E1-4A32-9F7C-0126002D8DC3}" type="pres">
      <dgm:prSet presAssocID="{80EB33A7-9189-4151-991E-0A95D7BB94CC}" presName="parentLeftMargin" presStyleLbl="node1" presStyleIdx="0" presStyleCnt="2"/>
      <dgm:spPr/>
    </dgm:pt>
    <dgm:pt modelId="{DADF63C1-91C3-4C07-87C0-805755AECB4A}" type="pres">
      <dgm:prSet presAssocID="{80EB33A7-9189-4151-991E-0A95D7BB94C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BAE563E-931A-4283-AE10-008E1DE90097}" type="pres">
      <dgm:prSet presAssocID="{80EB33A7-9189-4151-991E-0A95D7BB94CC}" presName="negativeSpace" presStyleCnt="0"/>
      <dgm:spPr/>
    </dgm:pt>
    <dgm:pt modelId="{D3D49C1B-1716-405C-B44E-57463AF9D73B}" type="pres">
      <dgm:prSet presAssocID="{80EB33A7-9189-4151-991E-0A95D7BB94CC}" presName="childText" presStyleLbl="conFgAcc1" presStyleIdx="0" presStyleCnt="2">
        <dgm:presLayoutVars>
          <dgm:bulletEnabled val="1"/>
        </dgm:presLayoutVars>
      </dgm:prSet>
      <dgm:spPr/>
    </dgm:pt>
    <dgm:pt modelId="{9B1920C5-5E2D-497B-A16F-4CF885829F05}" type="pres">
      <dgm:prSet presAssocID="{06E31703-8327-4673-8482-DBC715478907}" presName="spaceBetweenRectangles" presStyleCnt="0"/>
      <dgm:spPr/>
    </dgm:pt>
    <dgm:pt modelId="{2D55C787-14A4-44D7-A605-C3FFE19B4837}" type="pres">
      <dgm:prSet presAssocID="{75AF4571-5872-4A07-98AF-42F8F19FE0F8}" presName="parentLin" presStyleCnt="0"/>
      <dgm:spPr/>
    </dgm:pt>
    <dgm:pt modelId="{AE653891-D52B-4201-822C-30F5189CA015}" type="pres">
      <dgm:prSet presAssocID="{75AF4571-5872-4A07-98AF-42F8F19FE0F8}" presName="parentLeftMargin" presStyleLbl="node1" presStyleIdx="0" presStyleCnt="2"/>
      <dgm:spPr/>
    </dgm:pt>
    <dgm:pt modelId="{10535DCA-593E-4092-A90D-D403D0B8485F}" type="pres">
      <dgm:prSet presAssocID="{75AF4571-5872-4A07-98AF-42F8F19FE0F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0AB9D76-3240-4621-9545-8A09E7271725}" type="pres">
      <dgm:prSet presAssocID="{75AF4571-5872-4A07-98AF-42F8F19FE0F8}" presName="negativeSpace" presStyleCnt="0"/>
      <dgm:spPr/>
    </dgm:pt>
    <dgm:pt modelId="{21D169FF-2F6C-4D0A-BD5E-9AB3AF433962}" type="pres">
      <dgm:prSet presAssocID="{75AF4571-5872-4A07-98AF-42F8F19FE0F8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62D8E0A-8742-4A59-B416-2E4566E2320E}" srcId="{80EB33A7-9189-4151-991E-0A95D7BB94CC}" destId="{3CAEEC68-68A5-4250-BE4D-AFDC6EBC1E55}" srcOrd="1" destOrd="0" parTransId="{97357C2E-D482-4CF4-B9E5-7FAEB1CDC17A}" sibTransId="{1D1FA9FD-9FBD-4DFA-BBBB-3E5F5B381FD0}"/>
    <dgm:cxn modelId="{AA9AFB23-AA20-4450-B832-F7B83EDCFE8F}" type="presOf" srcId="{75AF4571-5872-4A07-98AF-42F8F19FE0F8}" destId="{AE653891-D52B-4201-822C-30F5189CA015}" srcOrd="0" destOrd="0" presId="urn:microsoft.com/office/officeart/2005/8/layout/list1"/>
    <dgm:cxn modelId="{6F87052B-6D4F-4480-B57D-A7C212208702}" type="presOf" srcId="{75AF4571-5872-4A07-98AF-42F8F19FE0F8}" destId="{10535DCA-593E-4092-A90D-D403D0B8485F}" srcOrd="1" destOrd="0" presId="urn:microsoft.com/office/officeart/2005/8/layout/list1"/>
    <dgm:cxn modelId="{7895844A-916B-4F14-8B21-FD04E99636F2}" type="presOf" srcId="{80EB33A7-9189-4151-991E-0A95D7BB94CC}" destId="{DADF63C1-91C3-4C07-87C0-805755AECB4A}" srcOrd="1" destOrd="0" presId="urn:microsoft.com/office/officeart/2005/8/layout/list1"/>
    <dgm:cxn modelId="{8BEBBB6A-336C-4EA8-95FC-CAB79EBE6DAF}" srcId="{0C0B8FF2-76C9-4387-83BF-CA4A0FF1F16B}" destId="{80EB33A7-9189-4151-991E-0A95D7BB94CC}" srcOrd="0" destOrd="0" parTransId="{7EBD562F-74F6-4C28-8972-E3311A8DF3EE}" sibTransId="{06E31703-8327-4673-8482-DBC715478907}"/>
    <dgm:cxn modelId="{69E2E470-EDF8-48C5-AE04-F53239960236}" srcId="{0C0B8FF2-76C9-4387-83BF-CA4A0FF1F16B}" destId="{75AF4571-5872-4A07-98AF-42F8F19FE0F8}" srcOrd="1" destOrd="0" parTransId="{74AC960C-4692-4D39-9F2C-523413AF4ABD}" sibTransId="{671B3D86-7FC0-4C5F-A6F8-C50DAD9B8663}"/>
    <dgm:cxn modelId="{9D188E84-19E4-410B-9707-F48AB645B50A}" srcId="{75AF4571-5872-4A07-98AF-42F8F19FE0F8}" destId="{9082FC6B-71E3-45D2-8F9E-D93A943E02EB}" srcOrd="1" destOrd="0" parTransId="{F9991104-6DC7-4D81-B21B-D3BA454BCFED}" sibTransId="{B3B7D459-B074-44A9-ADAF-34E178F79E1F}"/>
    <dgm:cxn modelId="{75667288-3BE6-46A1-8460-347AB86E9ED8}" type="presOf" srcId="{80EB33A7-9189-4151-991E-0A95D7BB94CC}" destId="{75B76CFD-E7E1-4A32-9F7C-0126002D8DC3}" srcOrd="0" destOrd="0" presId="urn:microsoft.com/office/officeart/2005/8/layout/list1"/>
    <dgm:cxn modelId="{26414197-1243-4008-96A8-D045E4DB83B2}" type="presOf" srcId="{0C0B8FF2-76C9-4387-83BF-CA4A0FF1F16B}" destId="{6CC40F6A-70BF-411E-9471-657994ECFD67}" srcOrd="0" destOrd="0" presId="urn:microsoft.com/office/officeart/2005/8/layout/list1"/>
    <dgm:cxn modelId="{93184DB2-282D-43D5-AEFC-10BC72D48948}" type="presOf" srcId="{094B5BEA-416B-4443-B101-70C0C26461A8}" destId="{21D169FF-2F6C-4D0A-BD5E-9AB3AF433962}" srcOrd="0" destOrd="0" presId="urn:microsoft.com/office/officeart/2005/8/layout/list1"/>
    <dgm:cxn modelId="{111C94D1-B60B-4626-8CAF-78327C5EF330}" type="presOf" srcId="{3CAEEC68-68A5-4250-BE4D-AFDC6EBC1E55}" destId="{D3D49C1B-1716-405C-B44E-57463AF9D73B}" srcOrd="0" destOrd="1" presId="urn:microsoft.com/office/officeart/2005/8/layout/list1"/>
    <dgm:cxn modelId="{65E56CD4-8AB8-444F-A4BE-3663213688B6}" srcId="{80EB33A7-9189-4151-991E-0A95D7BB94CC}" destId="{23C387DB-E1DB-46D2-8D0D-7A18D74ADF79}" srcOrd="0" destOrd="0" parTransId="{CEA9335B-C379-4831-833C-29D84A272308}" sibTransId="{4A971597-DD08-4C5A-8C00-5AFE8B53FC8F}"/>
    <dgm:cxn modelId="{0BDBE0DB-07EF-4E7F-B4F5-9665723D28B7}" type="presOf" srcId="{9082FC6B-71E3-45D2-8F9E-D93A943E02EB}" destId="{21D169FF-2F6C-4D0A-BD5E-9AB3AF433962}" srcOrd="0" destOrd="1" presId="urn:microsoft.com/office/officeart/2005/8/layout/list1"/>
    <dgm:cxn modelId="{EB7EC7E4-4E0D-43E9-8385-F496ADFF40C0}" type="presOf" srcId="{23C387DB-E1DB-46D2-8D0D-7A18D74ADF79}" destId="{D3D49C1B-1716-405C-B44E-57463AF9D73B}" srcOrd="0" destOrd="0" presId="urn:microsoft.com/office/officeart/2005/8/layout/list1"/>
    <dgm:cxn modelId="{A4E771F2-6718-4896-803B-6024EEB45937}" srcId="{75AF4571-5872-4A07-98AF-42F8F19FE0F8}" destId="{094B5BEA-416B-4443-B101-70C0C26461A8}" srcOrd="0" destOrd="0" parTransId="{EA1B90B1-4D05-4F2F-9748-D2F1D677746B}" sibTransId="{C1708EB7-1E93-4193-9629-D5CFB7A4B04B}"/>
    <dgm:cxn modelId="{FDD9A5C5-09E9-4257-8028-C269D43DABC9}" type="presParOf" srcId="{6CC40F6A-70BF-411E-9471-657994ECFD67}" destId="{C6CC839B-8898-4557-A073-874D9A6CA0BE}" srcOrd="0" destOrd="0" presId="urn:microsoft.com/office/officeart/2005/8/layout/list1"/>
    <dgm:cxn modelId="{CC88FBDE-08B7-446C-8062-D3172D6F7445}" type="presParOf" srcId="{C6CC839B-8898-4557-A073-874D9A6CA0BE}" destId="{75B76CFD-E7E1-4A32-9F7C-0126002D8DC3}" srcOrd="0" destOrd="0" presId="urn:microsoft.com/office/officeart/2005/8/layout/list1"/>
    <dgm:cxn modelId="{49776691-CA51-4317-AD94-E261443F88FE}" type="presParOf" srcId="{C6CC839B-8898-4557-A073-874D9A6CA0BE}" destId="{DADF63C1-91C3-4C07-87C0-805755AECB4A}" srcOrd="1" destOrd="0" presId="urn:microsoft.com/office/officeart/2005/8/layout/list1"/>
    <dgm:cxn modelId="{FC9EF6FD-0581-4C41-94FF-52E8CBB3787E}" type="presParOf" srcId="{6CC40F6A-70BF-411E-9471-657994ECFD67}" destId="{FBAE563E-931A-4283-AE10-008E1DE90097}" srcOrd="1" destOrd="0" presId="urn:microsoft.com/office/officeart/2005/8/layout/list1"/>
    <dgm:cxn modelId="{52641EC6-DF36-4CDF-A247-509B5C2DEFD9}" type="presParOf" srcId="{6CC40F6A-70BF-411E-9471-657994ECFD67}" destId="{D3D49C1B-1716-405C-B44E-57463AF9D73B}" srcOrd="2" destOrd="0" presId="urn:microsoft.com/office/officeart/2005/8/layout/list1"/>
    <dgm:cxn modelId="{56CB390D-7B0C-4D32-A1D2-659980F1BD74}" type="presParOf" srcId="{6CC40F6A-70BF-411E-9471-657994ECFD67}" destId="{9B1920C5-5E2D-497B-A16F-4CF885829F05}" srcOrd="3" destOrd="0" presId="urn:microsoft.com/office/officeart/2005/8/layout/list1"/>
    <dgm:cxn modelId="{5568840E-6C2C-4DBF-9C38-490F2B1CA616}" type="presParOf" srcId="{6CC40F6A-70BF-411E-9471-657994ECFD67}" destId="{2D55C787-14A4-44D7-A605-C3FFE19B4837}" srcOrd="4" destOrd="0" presId="urn:microsoft.com/office/officeart/2005/8/layout/list1"/>
    <dgm:cxn modelId="{610472D3-7BB7-4174-B8CF-C6CC38643F93}" type="presParOf" srcId="{2D55C787-14A4-44D7-A605-C3FFE19B4837}" destId="{AE653891-D52B-4201-822C-30F5189CA015}" srcOrd="0" destOrd="0" presId="urn:microsoft.com/office/officeart/2005/8/layout/list1"/>
    <dgm:cxn modelId="{BD5C06F9-8C03-4282-B388-C7D0B3BEDFE3}" type="presParOf" srcId="{2D55C787-14A4-44D7-A605-C3FFE19B4837}" destId="{10535DCA-593E-4092-A90D-D403D0B8485F}" srcOrd="1" destOrd="0" presId="urn:microsoft.com/office/officeart/2005/8/layout/list1"/>
    <dgm:cxn modelId="{63E639B6-D750-4EE3-8520-990C6B05488B}" type="presParOf" srcId="{6CC40F6A-70BF-411E-9471-657994ECFD67}" destId="{30AB9D76-3240-4621-9545-8A09E7271725}" srcOrd="5" destOrd="0" presId="urn:microsoft.com/office/officeart/2005/8/layout/list1"/>
    <dgm:cxn modelId="{CFBA7973-FE51-42E1-82DF-6F351ADC15C5}" type="presParOf" srcId="{6CC40F6A-70BF-411E-9471-657994ECFD67}" destId="{21D169FF-2F6C-4D0A-BD5E-9AB3AF43396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6B8EFB5-C556-434E-AD25-8139E077C45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H"/>
        </a:p>
      </dgm:t>
    </dgm:pt>
    <dgm:pt modelId="{63E84C01-3F90-48A4-A23A-60313E619EB6}">
      <dgm:prSet phldrT="[Texte]" phldr="0"/>
      <dgm:spPr/>
      <dgm:t>
        <a:bodyPr/>
        <a:lstStyle/>
        <a:p>
          <a:r>
            <a:rPr lang="fr-CH" dirty="0"/>
            <a:t>Application</a:t>
          </a:r>
        </a:p>
      </dgm:t>
    </dgm:pt>
    <dgm:pt modelId="{91CBA9E8-B0A5-4AF0-88CD-A8C0C1D77D14}" type="parTrans" cxnId="{2F2CA36D-28FC-4163-94C8-6C3C1735E757}">
      <dgm:prSet/>
      <dgm:spPr/>
      <dgm:t>
        <a:bodyPr/>
        <a:lstStyle/>
        <a:p>
          <a:endParaRPr lang="fr-CH"/>
        </a:p>
      </dgm:t>
    </dgm:pt>
    <dgm:pt modelId="{58DC39F7-4F0C-4F79-ACD0-18F2C67AFF64}" type="sibTrans" cxnId="{2F2CA36D-28FC-4163-94C8-6C3C1735E757}">
      <dgm:prSet/>
      <dgm:spPr/>
      <dgm:t>
        <a:bodyPr/>
        <a:lstStyle/>
        <a:p>
          <a:endParaRPr lang="fr-CH"/>
        </a:p>
      </dgm:t>
    </dgm:pt>
    <dgm:pt modelId="{87922B9B-6053-4767-BF96-4890FF081EFC}" type="asst">
      <dgm:prSet phldrT="[Texte]" phldr="0"/>
      <dgm:spPr/>
      <dgm:t>
        <a:bodyPr/>
        <a:lstStyle/>
        <a:p>
          <a:r>
            <a:rPr lang="fr-CH" dirty="0" err="1"/>
            <a:t>Nostalgist</a:t>
          </a:r>
          <a:r>
            <a:rPr lang="fr-CH" dirty="0"/>
            <a:t> (Emulation)</a:t>
          </a:r>
        </a:p>
      </dgm:t>
    </dgm:pt>
    <dgm:pt modelId="{819F6571-129D-4442-B4CE-7215B218B6C8}" type="parTrans" cxnId="{612990EB-87F4-4EE8-A3CD-2607AF8961D6}">
      <dgm:prSet/>
      <dgm:spPr/>
      <dgm:t>
        <a:bodyPr/>
        <a:lstStyle/>
        <a:p>
          <a:endParaRPr lang="fr-CH"/>
        </a:p>
      </dgm:t>
    </dgm:pt>
    <dgm:pt modelId="{EAA75DB9-2745-4562-BFA4-0FD12557F595}" type="sibTrans" cxnId="{612990EB-87F4-4EE8-A3CD-2607AF8961D6}">
      <dgm:prSet/>
      <dgm:spPr/>
      <dgm:t>
        <a:bodyPr/>
        <a:lstStyle/>
        <a:p>
          <a:endParaRPr lang="fr-CH"/>
        </a:p>
      </dgm:t>
    </dgm:pt>
    <dgm:pt modelId="{433D5844-2F50-4039-96DB-B2B4DBC2EC23}" type="asst">
      <dgm:prSet phldrT="[Texte]" phldr="0"/>
      <dgm:spPr/>
      <dgm:t>
        <a:bodyPr/>
        <a:lstStyle/>
        <a:p>
          <a:r>
            <a:rPr lang="fr-CH" dirty="0"/>
            <a:t>Api </a:t>
          </a:r>
          <a:r>
            <a:rPr lang="fr-CH" dirty="0" err="1"/>
            <a:t>Gamepad</a:t>
          </a:r>
          <a:r>
            <a:rPr lang="fr-CH" dirty="0"/>
            <a:t> Manette Xbox</a:t>
          </a:r>
        </a:p>
      </dgm:t>
    </dgm:pt>
    <dgm:pt modelId="{48A480F4-4A79-42BC-9ADA-49DA13F8BBE5}" type="parTrans" cxnId="{3C9AE255-17E2-4ED6-9407-5E7425A6629E}">
      <dgm:prSet/>
      <dgm:spPr/>
      <dgm:t>
        <a:bodyPr/>
        <a:lstStyle/>
        <a:p>
          <a:endParaRPr lang="fr-CH"/>
        </a:p>
      </dgm:t>
    </dgm:pt>
    <dgm:pt modelId="{A84893ED-BC16-4B0E-B133-DA7C7CDC4826}" type="sibTrans" cxnId="{3C9AE255-17E2-4ED6-9407-5E7425A6629E}">
      <dgm:prSet/>
      <dgm:spPr/>
      <dgm:t>
        <a:bodyPr/>
        <a:lstStyle/>
        <a:p>
          <a:endParaRPr lang="fr-CH"/>
        </a:p>
      </dgm:t>
    </dgm:pt>
    <dgm:pt modelId="{C57CDBFE-7853-43DA-80A4-1516B77A5C1D}" type="pres">
      <dgm:prSet presAssocID="{16B8EFB5-C556-434E-AD25-8139E077C45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8FABAAB-7ECD-4D93-8167-29A4399F230E}" type="pres">
      <dgm:prSet presAssocID="{63E84C01-3F90-48A4-A23A-60313E619EB6}" presName="hierRoot1" presStyleCnt="0">
        <dgm:presLayoutVars>
          <dgm:hierBranch val="init"/>
        </dgm:presLayoutVars>
      </dgm:prSet>
      <dgm:spPr/>
    </dgm:pt>
    <dgm:pt modelId="{90722815-AE8B-4699-BF1E-BEDF8C86E584}" type="pres">
      <dgm:prSet presAssocID="{63E84C01-3F90-48A4-A23A-60313E619EB6}" presName="rootComposite1" presStyleCnt="0"/>
      <dgm:spPr/>
    </dgm:pt>
    <dgm:pt modelId="{7466E140-76D1-45E1-AD88-FD7351014DB2}" type="pres">
      <dgm:prSet presAssocID="{63E84C01-3F90-48A4-A23A-60313E619EB6}" presName="rootText1" presStyleLbl="node0" presStyleIdx="0" presStyleCnt="1">
        <dgm:presLayoutVars>
          <dgm:chPref val="3"/>
        </dgm:presLayoutVars>
      </dgm:prSet>
      <dgm:spPr/>
    </dgm:pt>
    <dgm:pt modelId="{CCEF3810-F0EE-4D72-83D9-3BAADD86C666}" type="pres">
      <dgm:prSet presAssocID="{63E84C01-3F90-48A4-A23A-60313E619EB6}" presName="rootConnector1" presStyleLbl="node1" presStyleIdx="0" presStyleCnt="0"/>
      <dgm:spPr/>
    </dgm:pt>
    <dgm:pt modelId="{968B7D88-E2F5-454A-8D9B-34A8A9FAE2DA}" type="pres">
      <dgm:prSet presAssocID="{63E84C01-3F90-48A4-A23A-60313E619EB6}" presName="hierChild2" presStyleCnt="0"/>
      <dgm:spPr/>
    </dgm:pt>
    <dgm:pt modelId="{D105B06B-B7E6-40A9-A033-E11F873EE87A}" type="pres">
      <dgm:prSet presAssocID="{63E84C01-3F90-48A4-A23A-60313E619EB6}" presName="hierChild3" presStyleCnt="0"/>
      <dgm:spPr/>
    </dgm:pt>
    <dgm:pt modelId="{1DD86237-2ACC-49D6-8E4A-518FC343A7BE}" type="pres">
      <dgm:prSet presAssocID="{819F6571-129D-4442-B4CE-7215B218B6C8}" presName="Name111" presStyleLbl="parChTrans1D2" presStyleIdx="0" presStyleCnt="2"/>
      <dgm:spPr/>
    </dgm:pt>
    <dgm:pt modelId="{0D93F86D-6F6A-4DDD-9251-0C0027A8548A}" type="pres">
      <dgm:prSet presAssocID="{87922B9B-6053-4767-BF96-4890FF081EFC}" presName="hierRoot3" presStyleCnt="0">
        <dgm:presLayoutVars>
          <dgm:hierBranch val="init"/>
        </dgm:presLayoutVars>
      </dgm:prSet>
      <dgm:spPr/>
    </dgm:pt>
    <dgm:pt modelId="{0D10B3E0-92F7-4F85-8BCD-FA5859A8FA8C}" type="pres">
      <dgm:prSet presAssocID="{87922B9B-6053-4767-BF96-4890FF081EFC}" presName="rootComposite3" presStyleCnt="0"/>
      <dgm:spPr/>
    </dgm:pt>
    <dgm:pt modelId="{DA916CB0-1389-4DE5-91DE-D7F75706A995}" type="pres">
      <dgm:prSet presAssocID="{87922B9B-6053-4767-BF96-4890FF081EFC}" presName="rootText3" presStyleLbl="asst1" presStyleIdx="0" presStyleCnt="2">
        <dgm:presLayoutVars>
          <dgm:chPref val="3"/>
        </dgm:presLayoutVars>
      </dgm:prSet>
      <dgm:spPr/>
    </dgm:pt>
    <dgm:pt modelId="{40863010-05EF-4ECC-95A2-7574DE2B68ED}" type="pres">
      <dgm:prSet presAssocID="{87922B9B-6053-4767-BF96-4890FF081EFC}" presName="rootConnector3" presStyleLbl="asst1" presStyleIdx="0" presStyleCnt="2"/>
      <dgm:spPr/>
    </dgm:pt>
    <dgm:pt modelId="{E58B1C0E-8BF8-4A53-B36D-01765C43C523}" type="pres">
      <dgm:prSet presAssocID="{87922B9B-6053-4767-BF96-4890FF081EFC}" presName="hierChild6" presStyleCnt="0"/>
      <dgm:spPr/>
    </dgm:pt>
    <dgm:pt modelId="{618D4A85-309F-4254-8AC2-4FD59447DF8B}" type="pres">
      <dgm:prSet presAssocID="{87922B9B-6053-4767-BF96-4890FF081EFC}" presName="hierChild7" presStyleCnt="0"/>
      <dgm:spPr/>
    </dgm:pt>
    <dgm:pt modelId="{A22ECC5F-D949-43BB-BA90-FEAF3EDD5414}" type="pres">
      <dgm:prSet presAssocID="{48A480F4-4A79-42BC-9ADA-49DA13F8BBE5}" presName="Name111" presStyleLbl="parChTrans1D2" presStyleIdx="1" presStyleCnt="2"/>
      <dgm:spPr/>
    </dgm:pt>
    <dgm:pt modelId="{B5CD5821-0E28-442C-9AA1-D72716AF2AE5}" type="pres">
      <dgm:prSet presAssocID="{433D5844-2F50-4039-96DB-B2B4DBC2EC23}" presName="hierRoot3" presStyleCnt="0">
        <dgm:presLayoutVars>
          <dgm:hierBranch val="init"/>
        </dgm:presLayoutVars>
      </dgm:prSet>
      <dgm:spPr/>
    </dgm:pt>
    <dgm:pt modelId="{8676A957-C560-47B5-886C-077E6D3478D1}" type="pres">
      <dgm:prSet presAssocID="{433D5844-2F50-4039-96DB-B2B4DBC2EC23}" presName="rootComposite3" presStyleCnt="0"/>
      <dgm:spPr/>
    </dgm:pt>
    <dgm:pt modelId="{8DB554B2-E57A-4E35-9913-FBCF29243AF4}" type="pres">
      <dgm:prSet presAssocID="{433D5844-2F50-4039-96DB-B2B4DBC2EC23}" presName="rootText3" presStyleLbl="asst1" presStyleIdx="1" presStyleCnt="2">
        <dgm:presLayoutVars>
          <dgm:chPref val="3"/>
        </dgm:presLayoutVars>
      </dgm:prSet>
      <dgm:spPr/>
    </dgm:pt>
    <dgm:pt modelId="{7F0E09ED-7746-4D7D-8523-99831A3AE766}" type="pres">
      <dgm:prSet presAssocID="{433D5844-2F50-4039-96DB-B2B4DBC2EC23}" presName="rootConnector3" presStyleLbl="asst1" presStyleIdx="1" presStyleCnt="2"/>
      <dgm:spPr/>
    </dgm:pt>
    <dgm:pt modelId="{2CAB78D5-7B6A-472D-B0AC-5D41DEA52071}" type="pres">
      <dgm:prSet presAssocID="{433D5844-2F50-4039-96DB-B2B4DBC2EC23}" presName="hierChild6" presStyleCnt="0"/>
      <dgm:spPr/>
    </dgm:pt>
    <dgm:pt modelId="{958D87F3-780F-497C-9F0E-7D7E77CDE463}" type="pres">
      <dgm:prSet presAssocID="{433D5844-2F50-4039-96DB-B2B4DBC2EC23}" presName="hierChild7" presStyleCnt="0"/>
      <dgm:spPr/>
    </dgm:pt>
  </dgm:ptLst>
  <dgm:cxnLst>
    <dgm:cxn modelId="{E99E952B-801F-469C-929E-28223C191031}" type="presOf" srcId="{433D5844-2F50-4039-96DB-B2B4DBC2EC23}" destId="{8DB554B2-E57A-4E35-9913-FBCF29243AF4}" srcOrd="0" destOrd="0" presId="urn:microsoft.com/office/officeart/2005/8/layout/orgChart1"/>
    <dgm:cxn modelId="{F290F55C-0B41-4BEE-89D6-875442544A30}" type="presOf" srcId="{819F6571-129D-4442-B4CE-7215B218B6C8}" destId="{1DD86237-2ACC-49D6-8E4A-518FC343A7BE}" srcOrd="0" destOrd="0" presId="urn:microsoft.com/office/officeart/2005/8/layout/orgChart1"/>
    <dgm:cxn modelId="{1DFDDD68-30F6-48D1-AD4E-F1C189150CAA}" type="presOf" srcId="{87922B9B-6053-4767-BF96-4890FF081EFC}" destId="{40863010-05EF-4ECC-95A2-7574DE2B68ED}" srcOrd="1" destOrd="0" presId="urn:microsoft.com/office/officeart/2005/8/layout/orgChart1"/>
    <dgm:cxn modelId="{2F2CA36D-28FC-4163-94C8-6C3C1735E757}" srcId="{16B8EFB5-C556-434E-AD25-8139E077C45D}" destId="{63E84C01-3F90-48A4-A23A-60313E619EB6}" srcOrd="0" destOrd="0" parTransId="{91CBA9E8-B0A5-4AF0-88CD-A8C0C1D77D14}" sibTransId="{58DC39F7-4F0C-4F79-ACD0-18F2C67AFF64}"/>
    <dgm:cxn modelId="{3C9AE255-17E2-4ED6-9407-5E7425A6629E}" srcId="{63E84C01-3F90-48A4-A23A-60313E619EB6}" destId="{433D5844-2F50-4039-96DB-B2B4DBC2EC23}" srcOrd="1" destOrd="0" parTransId="{48A480F4-4A79-42BC-9ADA-49DA13F8BBE5}" sibTransId="{A84893ED-BC16-4B0E-B133-DA7C7CDC4826}"/>
    <dgm:cxn modelId="{95FC507F-2C19-4F5A-9B68-6B0072044240}" type="presOf" srcId="{433D5844-2F50-4039-96DB-B2B4DBC2EC23}" destId="{7F0E09ED-7746-4D7D-8523-99831A3AE766}" srcOrd="1" destOrd="0" presId="urn:microsoft.com/office/officeart/2005/8/layout/orgChart1"/>
    <dgm:cxn modelId="{55FBDE85-13CD-440B-8D14-ED24B2038948}" type="presOf" srcId="{16B8EFB5-C556-434E-AD25-8139E077C45D}" destId="{C57CDBFE-7853-43DA-80A4-1516B77A5C1D}" srcOrd="0" destOrd="0" presId="urn:microsoft.com/office/officeart/2005/8/layout/orgChart1"/>
    <dgm:cxn modelId="{01BE0DB4-C635-40AA-802A-C8A4A31F59BA}" type="presOf" srcId="{87922B9B-6053-4767-BF96-4890FF081EFC}" destId="{DA916CB0-1389-4DE5-91DE-D7F75706A995}" srcOrd="0" destOrd="0" presId="urn:microsoft.com/office/officeart/2005/8/layout/orgChart1"/>
    <dgm:cxn modelId="{612990EB-87F4-4EE8-A3CD-2607AF8961D6}" srcId="{63E84C01-3F90-48A4-A23A-60313E619EB6}" destId="{87922B9B-6053-4767-BF96-4890FF081EFC}" srcOrd="0" destOrd="0" parTransId="{819F6571-129D-4442-B4CE-7215B218B6C8}" sibTransId="{EAA75DB9-2745-4562-BFA4-0FD12557F595}"/>
    <dgm:cxn modelId="{D3B230F7-9639-4278-960C-C1B8338FB24C}" type="presOf" srcId="{63E84C01-3F90-48A4-A23A-60313E619EB6}" destId="{7466E140-76D1-45E1-AD88-FD7351014DB2}" srcOrd="0" destOrd="0" presId="urn:microsoft.com/office/officeart/2005/8/layout/orgChart1"/>
    <dgm:cxn modelId="{ED25FDF7-AADA-4E6E-8838-C7318A2506A9}" type="presOf" srcId="{63E84C01-3F90-48A4-A23A-60313E619EB6}" destId="{CCEF3810-F0EE-4D72-83D9-3BAADD86C666}" srcOrd="1" destOrd="0" presId="urn:microsoft.com/office/officeart/2005/8/layout/orgChart1"/>
    <dgm:cxn modelId="{7D7C6BFF-6757-467F-ADDA-DD6D2B1530F9}" type="presOf" srcId="{48A480F4-4A79-42BC-9ADA-49DA13F8BBE5}" destId="{A22ECC5F-D949-43BB-BA90-FEAF3EDD5414}" srcOrd="0" destOrd="0" presId="urn:microsoft.com/office/officeart/2005/8/layout/orgChart1"/>
    <dgm:cxn modelId="{8E42D652-CD21-48A9-A332-9C14C8301315}" type="presParOf" srcId="{C57CDBFE-7853-43DA-80A4-1516B77A5C1D}" destId="{D8FABAAB-7ECD-4D93-8167-29A4399F230E}" srcOrd="0" destOrd="0" presId="urn:microsoft.com/office/officeart/2005/8/layout/orgChart1"/>
    <dgm:cxn modelId="{F102F1EF-E5B2-4E3A-8133-91546E227C03}" type="presParOf" srcId="{D8FABAAB-7ECD-4D93-8167-29A4399F230E}" destId="{90722815-AE8B-4699-BF1E-BEDF8C86E584}" srcOrd="0" destOrd="0" presId="urn:microsoft.com/office/officeart/2005/8/layout/orgChart1"/>
    <dgm:cxn modelId="{B0507DF2-E7FA-4F51-AB2B-50FA4CCA8DB1}" type="presParOf" srcId="{90722815-AE8B-4699-BF1E-BEDF8C86E584}" destId="{7466E140-76D1-45E1-AD88-FD7351014DB2}" srcOrd="0" destOrd="0" presId="urn:microsoft.com/office/officeart/2005/8/layout/orgChart1"/>
    <dgm:cxn modelId="{42200A13-4409-4554-B06A-2FDB93696C14}" type="presParOf" srcId="{90722815-AE8B-4699-BF1E-BEDF8C86E584}" destId="{CCEF3810-F0EE-4D72-83D9-3BAADD86C666}" srcOrd="1" destOrd="0" presId="urn:microsoft.com/office/officeart/2005/8/layout/orgChart1"/>
    <dgm:cxn modelId="{E87ACF3C-FE41-4ACD-B44B-1510310476FE}" type="presParOf" srcId="{D8FABAAB-7ECD-4D93-8167-29A4399F230E}" destId="{968B7D88-E2F5-454A-8D9B-34A8A9FAE2DA}" srcOrd="1" destOrd="0" presId="urn:microsoft.com/office/officeart/2005/8/layout/orgChart1"/>
    <dgm:cxn modelId="{0B2C0860-432B-4718-BEB0-4D02813712C6}" type="presParOf" srcId="{D8FABAAB-7ECD-4D93-8167-29A4399F230E}" destId="{D105B06B-B7E6-40A9-A033-E11F873EE87A}" srcOrd="2" destOrd="0" presId="urn:microsoft.com/office/officeart/2005/8/layout/orgChart1"/>
    <dgm:cxn modelId="{D6645107-7BE4-4AD6-9646-F5D4FCB9A5E2}" type="presParOf" srcId="{D105B06B-B7E6-40A9-A033-E11F873EE87A}" destId="{1DD86237-2ACC-49D6-8E4A-518FC343A7BE}" srcOrd="0" destOrd="0" presId="urn:microsoft.com/office/officeart/2005/8/layout/orgChart1"/>
    <dgm:cxn modelId="{8409F2F5-257A-4C72-A901-1469639F6D11}" type="presParOf" srcId="{D105B06B-B7E6-40A9-A033-E11F873EE87A}" destId="{0D93F86D-6F6A-4DDD-9251-0C0027A8548A}" srcOrd="1" destOrd="0" presId="urn:microsoft.com/office/officeart/2005/8/layout/orgChart1"/>
    <dgm:cxn modelId="{BDA86B8C-D3BD-42FF-AF21-5F3CF1D7495A}" type="presParOf" srcId="{0D93F86D-6F6A-4DDD-9251-0C0027A8548A}" destId="{0D10B3E0-92F7-4F85-8BCD-FA5859A8FA8C}" srcOrd="0" destOrd="0" presId="urn:microsoft.com/office/officeart/2005/8/layout/orgChart1"/>
    <dgm:cxn modelId="{62111FC8-63FA-456F-9EDA-32630538BDE4}" type="presParOf" srcId="{0D10B3E0-92F7-4F85-8BCD-FA5859A8FA8C}" destId="{DA916CB0-1389-4DE5-91DE-D7F75706A995}" srcOrd="0" destOrd="0" presId="urn:microsoft.com/office/officeart/2005/8/layout/orgChart1"/>
    <dgm:cxn modelId="{21EF7645-1C7B-4E05-B486-E418D15EF489}" type="presParOf" srcId="{0D10B3E0-92F7-4F85-8BCD-FA5859A8FA8C}" destId="{40863010-05EF-4ECC-95A2-7574DE2B68ED}" srcOrd="1" destOrd="0" presId="urn:microsoft.com/office/officeart/2005/8/layout/orgChart1"/>
    <dgm:cxn modelId="{3BDDD2CD-7813-4916-B0F9-82C088F0F33D}" type="presParOf" srcId="{0D93F86D-6F6A-4DDD-9251-0C0027A8548A}" destId="{E58B1C0E-8BF8-4A53-B36D-01765C43C523}" srcOrd="1" destOrd="0" presId="urn:microsoft.com/office/officeart/2005/8/layout/orgChart1"/>
    <dgm:cxn modelId="{6214F09F-F5D2-4FBC-A0DB-A26F33885109}" type="presParOf" srcId="{0D93F86D-6F6A-4DDD-9251-0C0027A8548A}" destId="{618D4A85-309F-4254-8AC2-4FD59447DF8B}" srcOrd="2" destOrd="0" presId="urn:microsoft.com/office/officeart/2005/8/layout/orgChart1"/>
    <dgm:cxn modelId="{63AD5B7D-FF2A-4498-8B21-DBFABB6C7B5D}" type="presParOf" srcId="{D105B06B-B7E6-40A9-A033-E11F873EE87A}" destId="{A22ECC5F-D949-43BB-BA90-FEAF3EDD5414}" srcOrd="2" destOrd="0" presId="urn:microsoft.com/office/officeart/2005/8/layout/orgChart1"/>
    <dgm:cxn modelId="{7B808A55-1263-467C-B4EA-3330DCFA0AC1}" type="presParOf" srcId="{D105B06B-B7E6-40A9-A033-E11F873EE87A}" destId="{B5CD5821-0E28-442C-9AA1-D72716AF2AE5}" srcOrd="3" destOrd="0" presId="urn:microsoft.com/office/officeart/2005/8/layout/orgChart1"/>
    <dgm:cxn modelId="{7E1B5DC7-F56A-46AB-8054-D18FCB1221D4}" type="presParOf" srcId="{B5CD5821-0E28-442C-9AA1-D72716AF2AE5}" destId="{8676A957-C560-47B5-886C-077E6D3478D1}" srcOrd="0" destOrd="0" presId="urn:microsoft.com/office/officeart/2005/8/layout/orgChart1"/>
    <dgm:cxn modelId="{A1EA0C7B-0FF3-40B3-9EBE-835C64D271C2}" type="presParOf" srcId="{8676A957-C560-47B5-886C-077E6D3478D1}" destId="{8DB554B2-E57A-4E35-9913-FBCF29243AF4}" srcOrd="0" destOrd="0" presId="urn:microsoft.com/office/officeart/2005/8/layout/orgChart1"/>
    <dgm:cxn modelId="{F4A7E44C-700F-4BF2-97E5-6A3408E0CD93}" type="presParOf" srcId="{8676A957-C560-47B5-886C-077E6D3478D1}" destId="{7F0E09ED-7746-4D7D-8523-99831A3AE766}" srcOrd="1" destOrd="0" presId="urn:microsoft.com/office/officeart/2005/8/layout/orgChart1"/>
    <dgm:cxn modelId="{44EBB447-1B95-4C18-851B-F31B514645F4}" type="presParOf" srcId="{B5CD5821-0E28-442C-9AA1-D72716AF2AE5}" destId="{2CAB78D5-7B6A-472D-B0AC-5D41DEA52071}" srcOrd="1" destOrd="0" presId="urn:microsoft.com/office/officeart/2005/8/layout/orgChart1"/>
    <dgm:cxn modelId="{6EB5583F-58E7-4513-838B-92725FDC5455}" type="presParOf" srcId="{B5CD5821-0E28-442C-9AA1-D72716AF2AE5}" destId="{958D87F3-780F-497C-9F0E-7D7E77CDE46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BCDA82-D8C2-4272-B642-9F66E22F8F48}">
      <dsp:nvSpPr>
        <dsp:cNvPr id="0" name=""/>
        <dsp:cNvSpPr/>
      </dsp:nvSpPr>
      <dsp:spPr>
        <a:xfrm>
          <a:off x="0" y="144756"/>
          <a:ext cx="6364224" cy="3931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600" kern="1200"/>
            <a:t>Introducion</a:t>
          </a:r>
          <a:endParaRPr lang="en-US" sz="1600" kern="1200"/>
        </a:p>
      </dsp:txBody>
      <dsp:txXfrm>
        <a:off x="19191" y="163947"/>
        <a:ext cx="6325842" cy="354738"/>
      </dsp:txXfrm>
    </dsp:sp>
    <dsp:sp modelId="{6D1538DC-13A9-46C9-8612-CDE34B068163}">
      <dsp:nvSpPr>
        <dsp:cNvPr id="0" name=""/>
        <dsp:cNvSpPr/>
      </dsp:nvSpPr>
      <dsp:spPr>
        <a:xfrm>
          <a:off x="0" y="583956"/>
          <a:ext cx="6364224" cy="393120"/>
        </a:xfrm>
        <a:prstGeom prst="roundRect">
          <a:avLst/>
        </a:prstGeom>
        <a:solidFill>
          <a:schemeClr val="accent5">
            <a:hueOff val="-1104741"/>
            <a:satOff val="-75"/>
            <a:lumOff val="17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600" kern="1200"/>
            <a:t>Contexte du projet</a:t>
          </a:r>
          <a:endParaRPr lang="en-US" sz="1600" kern="1200"/>
        </a:p>
      </dsp:txBody>
      <dsp:txXfrm>
        <a:off x="19191" y="603147"/>
        <a:ext cx="6325842" cy="354738"/>
      </dsp:txXfrm>
    </dsp:sp>
    <dsp:sp modelId="{3BDF55C2-A7B1-4FDE-9350-B833347ACA28}">
      <dsp:nvSpPr>
        <dsp:cNvPr id="0" name=""/>
        <dsp:cNvSpPr/>
      </dsp:nvSpPr>
      <dsp:spPr>
        <a:xfrm>
          <a:off x="0" y="1023156"/>
          <a:ext cx="6364224" cy="393120"/>
        </a:xfrm>
        <a:prstGeom prst="roundRect">
          <a:avLst/>
        </a:prstGeom>
        <a:solidFill>
          <a:schemeClr val="accent5">
            <a:hueOff val="-2209482"/>
            <a:satOff val="-150"/>
            <a:lumOff val="35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600" kern="1200"/>
            <a:t>Objectifs pédagogiques</a:t>
          </a:r>
          <a:endParaRPr lang="en-US" sz="1600" kern="1200"/>
        </a:p>
      </dsp:txBody>
      <dsp:txXfrm>
        <a:off x="19191" y="1042347"/>
        <a:ext cx="6325842" cy="354738"/>
      </dsp:txXfrm>
    </dsp:sp>
    <dsp:sp modelId="{B643E920-F087-47B4-B5A5-9F08C287B3FA}">
      <dsp:nvSpPr>
        <dsp:cNvPr id="0" name=""/>
        <dsp:cNvSpPr/>
      </dsp:nvSpPr>
      <dsp:spPr>
        <a:xfrm>
          <a:off x="0" y="1462356"/>
          <a:ext cx="6364224" cy="393120"/>
        </a:xfrm>
        <a:prstGeom prst="roundRect">
          <a:avLst/>
        </a:prstGeom>
        <a:solidFill>
          <a:schemeClr val="accent5">
            <a:hueOff val="-3314223"/>
            <a:satOff val="-225"/>
            <a:lumOff val="53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600" kern="1200"/>
            <a:t>Fonctionnalités principales</a:t>
          </a:r>
          <a:endParaRPr lang="en-US" sz="1600" kern="1200"/>
        </a:p>
      </dsp:txBody>
      <dsp:txXfrm>
        <a:off x="19191" y="1481547"/>
        <a:ext cx="6325842" cy="354738"/>
      </dsp:txXfrm>
    </dsp:sp>
    <dsp:sp modelId="{97A645D4-BCCB-4BF6-B6C4-18CA775A7FCF}">
      <dsp:nvSpPr>
        <dsp:cNvPr id="0" name=""/>
        <dsp:cNvSpPr/>
      </dsp:nvSpPr>
      <dsp:spPr>
        <a:xfrm>
          <a:off x="0" y="1901556"/>
          <a:ext cx="6364224" cy="393120"/>
        </a:xfrm>
        <a:prstGeom prst="roundRect">
          <a:avLst/>
        </a:prstGeom>
        <a:solidFill>
          <a:schemeClr val="accent5">
            <a:hueOff val="-4418963"/>
            <a:satOff val="-300"/>
            <a:lumOff val="7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600" kern="1200"/>
            <a:t>Maquettes et interface</a:t>
          </a:r>
          <a:endParaRPr lang="en-US" sz="1600" kern="1200"/>
        </a:p>
      </dsp:txBody>
      <dsp:txXfrm>
        <a:off x="19191" y="1920747"/>
        <a:ext cx="6325842" cy="354738"/>
      </dsp:txXfrm>
    </dsp:sp>
    <dsp:sp modelId="{8D7C3AA2-3AAB-4578-AFDA-8CD91D7029E3}">
      <dsp:nvSpPr>
        <dsp:cNvPr id="0" name=""/>
        <dsp:cNvSpPr/>
      </dsp:nvSpPr>
      <dsp:spPr>
        <a:xfrm>
          <a:off x="0" y="2340756"/>
          <a:ext cx="6364224" cy="393120"/>
        </a:xfrm>
        <a:prstGeom prst="roundRect">
          <a:avLst/>
        </a:prstGeom>
        <a:solidFill>
          <a:schemeClr val="accent5">
            <a:hueOff val="-5523705"/>
            <a:satOff val="-375"/>
            <a:lumOff val="89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600" kern="1200"/>
            <a:t>Fonctionnement technique</a:t>
          </a:r>
          <a:endParaRPr lang="en-US" sz="1600" kern="1200"/>
        </a:p>
      </dsp:txBody>
      <dsp:txXfrm>
        <a:off x="19191" y="2359947"/>
        <a:ext cx="6325842" cy="354738"/>
      </dsp:txXfrm>
    </dsp:sp>
    <dsp:sp modelId="{82B2C831-2F86-4014-8099-5A62F48FE862}">
      <dsp:nvSpPr>
        <dsp:cNvPr id="0" name=""/>
        <dsp:cNvSpPr/>
      </dsp:nvSpPr>
      <dsp:spPr>
        <a:xfrm>
          <a:off x="0" y="2779956"/>
          <a:ext cx="6364224" cy="393120"/>
        </a:xfrm>
        <a:prstGeom prst="roundRect">
          <a:avLst/>
        </a:prstGeom>
        <a:solidFill>
          <a:schemeClr val="accent5">
            <a:hueOff val="-6628445"/>
            <a:satOff val="-451"/>
            <a:lumOff val="10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600" kern="1200"/>
            <a:t>Technologies utilisées</a:t>
          </a:r>
          <a:endParaRPr lang="en-US" sz="1600" kern="1200"/>
        </a:p>
      </dsp:txBody>
      <dsp:txXfrm>
        <a:off x="19191" y="2799147"/>
        <a:ext cx="6325842" cy="354738"/>
      </dsp:txXfrm>
    </dsp:sp>
    <dsp:sp modelId="{658C506A-230D-47B2-987F-3F47C564EC61}">
      <dsp:nvSpPr>
        <dsp:cNvPr id="0" name=""/>
        <dsp:cNvSpPr/>
      </dsp:nvSpPr>
      <dsp:spPr>
        <a:xfrm>
          <a:off x="0" y="3219156"/>
          <a:ext cx="6364224" cy="393120"/>
        </a:xfrm>
        <a:prstGeom prst="roundRect">
          <a:avLst/>
        </a:prstGeom>
        <a:solidFill>
          <a:schemeClr val="accent5">
            <a:hueOff val="-7733186"/>
            <a:satOff val="-526"/>
            <a:lumOff val="124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600" kern="1200"/>
            <a:t>Organisation et suivis</a:t>
          </a:r>
          <a:endParaRPr lang="en-US" sz="1600" kern="1200"/>
        </a:p>
      </dsp:txBody>
      <dsp:txXfrm>
        <a:off x="19191" y="3238347"/>
        <a:ext cx="6325842" cy="354738"/>
      </dsp:txXfrm>
    </dsp:sp>
    <dsp:sp modelId="{6E27A609-AC85-459E-A775-F43FFFC5A8ED}">
      <dsp:nvSpPr>
        <dsp:cNvPr id="0" name=""/>
        <dsp:cNvSpPr/>
      </dsp:nvSpPr>
      <dsp:spPr>
        <a:xfrm>
          <a:off x="0" y="3658356"/>
          <a:ext cx="6364224" cy="393120"/>
        </a:xfrm>
        <a:prstGeom prst="roundRect">
          <a:avLst/>
        </a:prstGeom>
        <a:solidFill>
          <a:schemeClr val="accent5">
            <a:hueOff val="-8837927"/>
            <a:satOff val="-601"/>
            <a:lumOff val="142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600" kern="1200"/>
            <a:t>Démonstration</a:t>
          </a:r>
          <a:endParaRPr lang="en-US" sz="1600" kern="1200"/>
        </a:p>
      </dsp:txBody>
      <dsp:txXfrm>
        <a:off x="19191" y="3677547"/>
        <a:ext cx="6325842" cy="354738"/>
      </dsp:txXfrm>
    </dsp:sp>
    <dsp:sp modelId="{2A8BF066-E4EC-433A-9FDC-8D39262C701C}">
      <dsp:nvSpPr>
        <dsp:cNvPr id="0" name=""/>
        <dsp:cNvSpPr/>
      </dsp:nvSpPr>
      <dsp:spPr>
        <a:xfrm>
          <a:off x="0" y="4097556"/>
          <a:ext cx="6364224" cy="393120"/>
        </a:xfrm>
        <a:prstGeom prst="roundRect">
          <a:avLst/>
        </a:prstGeom>
        <a:solidFill>
          <a:schemeClr val="accent5">
            <a:hueOff val="-9942668"/>
            <a:satOff val="-676"/>
            <a:lumOff val="160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600" kern="1200"/>
            <a:t>Conclusion</a:t>
          </a:r>
          <a:endParaRPr lang="en-US" sz="1600" kern="1200"/>
        </a:p>
      </dsp:txBody>
      <dsp:txXfrm>
        <a:off x="19191" y="4116747"/>
        <a:ext cx="6325842" cy="354738"/>
      </dsp:txXfrm>
    </dsp:sp>
    <dsp:sp modelId="{CBC6FA32-7271-4BA0-9F42-74DB2DA6FD59}">
      <dsp:nvSpPr>
        <dsp:cNvPr id="0" name=""/>
        <dsp:cNvSpPr/>
      </dsp:nvSpPr>
      <dsp:spPr>
        <a:xfrm>
          <a:off x="0" y="4536756"/>
          <a:ext cx="6364224" cy="393120"/>
        </a:xfrm>
        <a:prstGeom prst="roundRect">
          <a:avLst/>
        </a:prstGeom>
        <a:solidFill>
          <a:schemeClr val="accent5">
            <a:hueOff val="-11047409"/>
            <a:satOff val="-751"/>
            <a:lumOff val="178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600" kern="1200"/>
            <a:t>Suite du projet</a:t>
          </a:r>
          <a:endParaRPr lang="en-US" sz="1600" kern="1200"/>
        </a:p>
      </dsp:txBody>
      <dsp:txXfrm>
        <a:off x="19191" y="4555947"/>
        <a:ext cx="6325842" cy="354738"/>
      </dsp:txXfrm>
    </dsp:sp>
    <dsp:sp modelId="{181E1EA8-262A-4DC5-BA6C-18D8D95426EA}">
      <dsp:nvSpPr>
        <dsp:cNvPr id="0" name=""/>
        <dsp:cNvSpPr/>
      </dsp:nvSpPr>
      <dsp:spPr>
        <a:xfrm>
          <a:off x="0" y="4975956"/>
          <a:ext cx="6364224" cy="39312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600" kern="1200"/>
            <a:t>Questions / Remerciements</a:t>
          </a:r>
          <a:endParaRPr lang="en-US" sz="1600" kern="1200"/>
        </a:p>
      </dsp:txBody>
      <dsp:txXfrm>
        <a:off x="19191" y="4995147"/>
        <a:ext cx="6325842" cy="3547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7D3E8B-F342-4ED8-99BE-D83844A93D43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A898DB-CCF9-422C-8B0F-E847C3A68F31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3600" kern="1200"/>
            <a:t>Arnaud Ramize Scum master</a:t>
          </a:r>
          <a:endParaRPr lang="en-US" sz="3600" kern="1200"/>
        </a:p>
      </dsp:txBody>
      <dsp:txXfrm>
        <a:off x="398656" y="1088253"/>
        <a:ext cx="2959127" cy="1837317"/>
      </dsp:txXfrm>
    </dsp:sp>
    <dsp:sp modelId="{B12C90EB-28E8-43D7-9C79-46AC660B5854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F557BD-A9CC-4312-A44F-0A7BEB6B98CC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3600" kern="1200"/>
            <a:t>Jonas Deillon  Product owner</a:t>
          </a:r>
          <a:endParaRPr lang="en-US" sz="3600" kern="1200"/>
        </a:p>
      </dsp:txBody>
      <dsp:txXfrm>
        <a:off x="4155097" y="1088253"/>
        <a:ext cx="2959127" cy="1837317"/>
      </dsp:txXfrm>
    </dsp:sp>
    <dsp:sp modelId="{95135AFB-F80D-4A8D-A95E-3B31BC913E9F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0FD278-E96A-4E66-A2AF-AB7CF77147F1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3600" kern="1200"/>
            <a:t>Matias Barras Devloper</a:t>
          </a:r>
          <a:endParaRPr lang="en-US" sz="3600" kern="1200"/>
        </a:p>
      </dsp:txBody>
      <dsp:txXfrm>
        <a:off x="7911539" y="1088253"/>
        <a:ext cx="2959127" cy="18373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130160-C4CD-456F-B4E7-F72A95AE9224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9A16E-3E7E-4901-85EF-69A2EC769170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4600" kern="1200"/>
            <a:t>Application web de jeux retro </a:t>
          </a:r>
          <a:endParaRPr lang="en-US" sz="4600" kern="1200"/>
        </a:p>
      </dsp:txBody>
      <dsp:txXfrm>
        <a:off x="608661" y="692298"/>
        <a:ext cx="4508047" cy="2799040"/>
      </dsp:txXfrm>
    </dsp:sp>
    <dsp:sp modelId="{1DAA09BD-BC9B-4D51-84EC-1039E5A4CE17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5CA62C-0194-4270-B7E1-89B0DA5C9A3B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4600" kern="1200"/>
            <a:t>Besoin d’activité ludiques dans les lieux publics</a:t>
          </a:r>
          <a:endParaRPr lang="en-US" sz="4600" kern="1200"/>
        </a:p>
      </dsp:txBody>
      <dsp:txXfrm>
        <a:off x="6331365" y="692298"/>
        <a:ext cx="4508047" cy="27990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D49C1B-1716-405C-B44E-57463AF9D73B}">
      <dsp:nvSpPr>
        <dsp:cNvPr id="0" name=""/>
        <dsp:cNvSpPr/>
      </dsp:nvSpPr>
      <dsp:spPr>
        <a:xfrm>
          <a:off x="0" y="381302"/>
          <a:ext cx="10927829" cy="1398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499872" rIns="848121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H" sz="2400" kern="1200" dirty="0"/>
            <a:t>Amusements grâces au catalogue de jeux.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H" sz="2400" kern="1200" noProof="0" dirty="0"/>
            <a:t>Support des manettes Xbox</a:t>
          </a:r>
        </a:p>
      </dsp:txBody>
      <dsp:txXfrm>
        <a:off x="0" y="381302"/>
        <a:ext cx="10927829" cy="1398600"/>
      </dsp:txXfrm>
    </dsp:sp>
    <dsp:sp modelId="{DADF63C1-91C3-4C07-87C0-805755AECB4A}">
      <dsp:nvSpPr>
        <dsp:cNvPr id="0" name=""/>
        <dsp:cNvSpPr/>
      </dsp:nvSpPr>
      <dsp:spPr>
        <a:xfrm>
          <a:off x="546391" y="27062"/>
          <a:ext cx="7649480" cy="708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2400" kern="1200"/>
            <a:t>Jeux </a:t>
          </a:r>
          <a:endParaRPr lang="en-US" sz="2400" kern="1200"/>
        </a:p>
      </dsp:txBody>
      <dsp:txXfrm>
        <a:off x="580976" y="61647"/>
        <a:ext cx="7580310" cy="639310"/>
      </dsp:txXfrm>
    </dsp:sp>
    <dsp:sp modelId="{21D169FF-2F6C-4D0A-BD5E-9AB3AF433962}">
      <dsp:nvSpPr>
        <dsp:cNvPr id="0" name=""/>
        <dsp:cNvSpPr/>
      </dsp:nvSpPr>
      <dsp:spPr>
        <a:xfrm>
          <a:off x="0" y="2263742"/>
          <a:ext cx="10927829" cy="1398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499872" rIns="848121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H" sz="2400" kern="1200" dirty="0"/>
            <a:t>Sauvegarde du score de l’utilisateur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H" sz="2400" kern="1200" noProof="0" dirty="0" err="1"/>
            <a:t>Leaderboard</a:t>
          </a:r>
          <a:r>
            <a:rPr lang="fr-CH" sz="2400" kern="1200" noProof="0" dirty="0"/>
            <a:t> pour voir et comparer ses </a:t>
          </a:r>
          <a:r>
            <a:rPr lang="fr-CH" sz="2400" kern="1200" noProof="0" dirty="0" err="1"/>
            <a:t>scors</a:t>
          </a:r>
          <a:endParaRPr lang="fr-CH" sz="2400" kern="1200" noProof="0" dirty="0"/>
        </a:p>
      </dsp:txBody>
      <dsp:txXfrm>
        <a:off x="0" y="2263742"/>
        <a:ext cx="10927829" cy="1398600"/>
      </dsp:txXfrm>
    </dsp:sp>
    <dsp:sp modelId="{10535DCA-593E-4092-A90D-D403D0B8485F}">
      <dsp:nvSpPr>
        <dsp:cNvPr id="0" name=""/>
        <dsp:cNvSpPr/>
      </dsp:nvSpPr>
      <dsp:spPr>
        <a:xfrm>
          <a:off x="546391" y="1909502"/>
          <a:ext cx="7649480" cy="7084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2400" kern="1200"/>
            <a:t>Scors </a:t>
          </a:r>
          <a:endParaRPr lang="en-US" sz="2400" kern="1200"/>
        </a:p>
      </dsp:txBody>
      <dsp:txXfrm>
        <a:off x="580976" y="1944087"/>
        <a:ext cx="7580310" cy="6393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2ECC5F-D949-43BB-BA90-FEAF3EDD5414}">
      <dsp:nvSpPr>
        <dsp:cNvPr id="0" name=""/>
        <dsp:cNvSpPr/>
      </dsp:nvSpPr>
      <dsp:spPr>
        <a:xfrm>
          <a:off x="5257800" y="1798278"/>
          <a:ext cx="377390" cy="16533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53331"/>
              </a:lnTo>
              <a:lnTo>
                <a:pt x="377390" y="165333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D86237-2ACC-49D6-8E4A-518FC343A7BE}">
      <dsp:nvSpPr>
        <dsp:cNvPr id="0" name=""/>
        <dsp:cNvSpPr/>
      </dsp:nvSpPr>
      <dsp:spPr>
        <a:xfrm>
          <a:off x="4880409" y="1798278"/>
          <a:ext cx="377390" cy="1653331"/>
        </a:xfrm>
        <a:custGeom>
          <a:avLst/>
          <a:gdLst/>
          <a:ahLst/>
          <a:cxnLst/>
          <a:rect l="0" t="0" r="0" b="0"/>
          <a:pathLst>
            <a:path>
              <a:moveTo>
                <a:pt x="377390" y="0"/>
              </a:moveTo>
              <a:lnTo>
                <a:pt x="377390" y="1653331"/>
              </a:lnTo>
              <a:lnTo>
                <a:pt x="0" y="165333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66E140-76D1-45E1-AD88-FD7351014DB2}">
      <dsp:nvSpPr>
        <dsp:cNvPr id="0" name=""/>
        <dsp:cNvSpPr/>
      </dsp:nvSpPr>
      <dsp:spPr>
        <a:xfrm>
          <a:off x="3460700" y="1178"/>
          <a:ext cx="3594199" cy="17970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4700" kern="1200" dirty="0"/>
            <a:t>Application</a:t>
          </a:r>
        </a:p>
      </dsp:txBody>
      <dsp:txXfrm>
        <a:off x="3460700" y="1178"/>
        <a:ext cx="3594199" cy="1797099"/>
      </dsp:txXfrm>
    </dsp:sp>
    <dsp:sp modelId="{DA916CB0-1389-4DE5-91DE-D7F75706A995}">
      <dsp:nvSpPr>
        <dsp:cNvPr id="0" name=""/>
        <dsp:cNvSpPr/>
      </dsp:nvSpPr>
      <dsp:spPr>
        <a:xfrm>
          <a:off x="1286209" y="2553059"/>
          <a:ext cx="3594199" cy="17970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4700" kern="1200" dirty="0" err="1"/>
            <a:t>Nostalgist</a:t>
          </a:r>
          <a:r>
            <a:rPr lang="fr-CH" sz="4700" kern="1200" dirty="0"/>
            <a:t> (Emulation)</a:t>
          </a:r>
        </a:p>
      </dsp:txBody>
      <dsp:txXfrm>
        <a:off x="1286209" y="2553059"/>
        <a:ext cx="3594199" cy="1797099"/>
      </dsp:txXfrm>
    </dsp:sp>
    <dsp:sp modelId="{8DB554B2-E57A-4E35-9913-FBCF29243AF4}">
      <dsp:nvSpPr>
        <dsp:cNvPr id="0" name=""/>
        <dsp:cNvSpPr/>
      </dsp:nvSpPr>
      <dsp:spPr>
        <a:xfrm>
          <a:off x="5635190" y="2553059"/>
          <a:ext cx="3594199" cy="17970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4700" kern="1200" dirty="0"/>
            <a:t>Api </a:t>
          </a:r>
          <a:r>
            <a:rPr lang="fr-CH" sz="4700" kern="1200" dirty="0" err="1"/>
            <a:t>Gamepad</a:t>
          </a:r>
          <a:r>
            <a:rPr lang="fr-CH" sz="4700" kern="1200" dirty="0"/>
            <a:t> Manette Xbox</a:t>
          </a:r>
        </a:p>
      </dsp:txBody>
      <dsp:txXfrm>
        <a:off x="5635190" y="2553059"/>
        <a:ext cx="3594199" cy="17970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C76AF7-8707-791B-6FDB-484718C6CA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AE98B28-2B8F-7F25-2499-097183028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A760FF-B44B-2174-EB81-E6A799C07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40CD4-2B03-4141-A29F-3F1AF3976BD9}" type="datetimeFigureOut">
              <a:rPr lang="fr-CH" smtClean="0"/>
              <a:t>09.01.2026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8B26A3-C526-EA64-FD44-D3D1A5CA6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4ED400-7FC5-3FC7-9FD9-75CD0B7B0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25BA1-6524-4F37-81AA-C9AFEC2B161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25739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3417B1-F4D2-6FE9-5EC8-5297C11F6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23AF27-EC5F-79F5-282C-D50BEE47F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F67A71-56D9-8587-FEDE-80ABADACB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40CD4-2B03-4141-A29F-3F1AF3976BD9}" type="datetimeFigureOut">
              <a:rPr lang="fr-CH" smtClean="0"/>
              <a:t>09.01.2026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815716-5D0C-36FB-0966-E6B703D02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112FBD-BC61-56CB-1288-64AEBD47A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25BA1-6524-4F37-81AA-C9AFEC2B161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06434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F1E34-D84D-E6BD-F2C5-59C98A4D9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FB50FB-707D-3DBF-85D3-FE2E4C8AF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7CD24B-623A-E8D2-7EE7-4D79F3A15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40CD4-2B03-4141-A29F-3F1AF3976BD9}" type="datetimeFigureOut">
              <a:rPr lang="fr-CH" smtClean="0"/>
              <a:t>09.01.2026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028CBE-1F4F-46C5-9B05-467F84F8C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218061-D40B-90F6-0EFC-291F20C62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25BA1-6524-4F37-81AA-C9AFEC2B161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03793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01D4E7-1687-737C-AFDF-DF660CF70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B39B12-F4F7-FB4B-127D-6E321C215B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CE096AA-6A27-3801-A4A7-B5E189FC6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5D1B0D1-B5F0-DFAD-C272-95833D51B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40CD4-2B03-4141-A29F-3F1AF3976BD9}" type="datetimeFigureOut">
              <a:rPr lang="fr-CH" smtClean="0"/>
              <a:t>09.01.2026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DD0B58A-B559-6E93-FB99-76ACC69EF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0157B1-9346-0C46-56CA-509CBCFA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25BA1-6524-4F37-81AA-C9AFEC2B161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45695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2AFE71-9456-E240-DCE6-4F5B5CC80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320851B-5BEF-E060-F305-E9F30A012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4B8A9F-0CCD-0337-A04A-A42B1823D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2D9EB6C-F0A2-38E0-13C4-6E06042976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1BD1382-AB70-115D-3C96-AC2B6C9ABA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0F855AA-83E8-B281-75C1-B2DF1A510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40CD4-2B03-4141-A29F-3F1AF3976BD9}" type="datetimeFigureOut">
              <a:rPr lang="fr-CH" smtClean="0"/>
              <a:t>09.01.2026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0F2322B-1607-F9B4-E797-DFF67593C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4F207B9-ECAD-380D-876E-FCBD500F9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25BA1-6524-4F37-81AA-C9AFEC2B161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28259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A89FED-F67C-3620-E8F1-D3B3FCA61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19E4B50-98DF-25BD-6891-4967A4093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40CD4-2B03-4141-A29F-3F1AF3976BD9}" type="datetimeFigureOut">
              <a:rPr lang="fr-CH" smtClean="0"/>
              <a:t>09.01.2026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C7D7FA8-290E-9ED6-15F8-FAE529C9E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A9916BC-0972-9E4A-EA7C-DE31F251D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25BA1-6524-4F37-81AA-C9AFEC2B161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11526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12B2A47-EAD7-9AAC-864B-DDE42B0ED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40CD4-2B03-4141-A29F-3F1AF3976BD9}" type="datetimeFigureOut">
              <a:rPr lang="fr-CH" smtClean="0"/>
              <a:t>09.01.2026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757C1F9-9C84-51A4-F2B1-24C6C44D4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7CA81B-535E-4E75-9063-BE9C25C9A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25BA1-6524-4F37-81AA-C9AFEC2B161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8067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F923F0-8340-A82C-C128-7E9FD1AEB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73BC37-BAA3-CBB4-F1BF-F656E77D4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FABCBB3-034C-6247-7B76-024F35D5C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A3F746C-9E58-262A-533C-8465DEFDF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40CD4-2B03-4141-A29F-3F1AF3976BD9}" type="datetimeFigureOut">
              <a:rPr lang="fr-CH" smtClean="0"/>
              <a:t>09.01.2026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B404E26-39A9-0935-B3B3-7A7ADDB7A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16E3446-B27F-5330-D04C-EA6DFD907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25BA1-6524-4F37-81AA-C9AFEC2B161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00911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D20BA8-BFB8-F429-9F1C-A788C9BB0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37B96F6-959E-42BD-1537-28B834064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9BF8523-4A38-773A-935F-24F362CA4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83F2035-9CBE-3DAF-42A0-F55B47E5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40CD4-2B03-4141-A29F-3F1AF3976BD9}" type="datetimeFigureOut">
              <a:rPr lang="fr-CH" smtClean="0"/>
              <a:t>09.01.2026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D6A26C-8542-D06A-2A91-EDC980C39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0224D5C-86C0-53A9-8CBA-D06E1D76A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25BA1-6524-4F37-81AA-C9AFEC2B161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87200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BCA781-8147-D7F1-E897-1A292EA61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2183E13-4001-7DB5-FF36-4EA22BF77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030BFB-20CE-E6AF-B46B-856122AE5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40CD4-2B03-4141-A29F-3F1AF3976BD9}" type="datetimeFigureOut">
              <a:rPr lang="fr-CH" smtClean="0"/>
              <a:t>09.01.2026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901AEA-2F1A-FD7D-813A-DD2F5028C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F70B54-746D-C5F9-0853-43390C101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25BA1-6524-4F37-81AA-C9AFEC2B161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09308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32AAF0A-9641-3175-2774-1855214C23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46B9339-A6C9-5D5F-C07D-013FFABE4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272ACE-0C26-E257-425B-0AF50DEE2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40CD4-2B03-4141-A29F-3F1AF3976BD9}" type="datetimeFigureOut">
              <a:rPr lang="fr-CH" smtClean="0"/>
              <a:t>09.01.2026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8F1B90-94ED-39FB-2E26-80E01EFC2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230EEB-9A22-4165-5070-9F271FDB4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25BA1-6524-4F37-81AA-C9AFEC2B161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96771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721A3CE-9BA6-4C7F-98B3-44BCA751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989F73D-C852-C6B3-9D46-36F310356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C020E6-FB7A-3298-6169-E7D7EA221C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640CD4-2B03-4141-A29F-3F1AF3976BD9}" type="datetimeFigureOut">
              <a:rPr lang="fr-CH" smtClean="0"/>
              <a:t>09.01.2026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5F3ED4-2DF0-F019-4625-C6DB032BD9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D8E1A9-94C4-A66F-C0BB-83F6CE8EC8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25BA1-6524-4F37-81AA-C9AFEC2B1616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08763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adgets de couleur néon">
            <a:extLst>
              <a:ext uri="{FF2B5EF4-FFF2-40B4-BE49-F238E27FC236}">
                <a16:creationId xmlns:a16="http://schemas.microsoft.com/office/drawing/2014/main" id="{2212BCD3-4906-C8E1-1488-643C145FA6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775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E8CD8D8-1D8B-6112-47B1-537D157DD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fr-CH" sz="5200" dirty="0" err="1">
                <a:solidFill>
                  <a:srgbClr val="FFFFFF"/>
                </a:solidFill>
              </a:rPr>
              <a:t>Arcadiabox</a:t>
            </a:r>
            <a:endParaRPr lang="fr-CH" sz="5200" dirty="0">
              <a:solidFill>
                <a:srgbClr val="FFFFFF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37E9ACF-CD35-0838-7D3D-354DAF5C5F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endParaRPr lang="fr-CH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4628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6695C56-9F30-D5B6-718C-F0A390241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fr-CH" sz="4000"/>
              <a:t>Sommaire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0" name="Espace réservé du contenu 2">
            <a:extLst>
              <a:ext uri="{FF2B5EF4-FFF2-40B4-BE49-F238E27FC236}">
                <a16:creationId xmlns:a16="http://schemas.microsoft.com/office/drawing/2014/main" id="{990B8DA9-AB29-825D-239A-942906FF32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7130853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6573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D950184-EF09-E419-DB57-606EB1E9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FFEB3412-BF6F-62BE-337F-66526926AE4A}"/>
              </a:ext>
            </a:extLst>
          </p:cNvPr>
          <p:cNvSpPr txBox="1">
            <a:spLocks/>
          </p:cNvSpPr>
          <p:nvPr/>
        </p:nvSpPr>
        <p:spPr>
          <a:xfrm>
            <a:off x="838200" y="2404745"/>
            <a:ext cx="48482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CH" dirty="0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6752A3CC-EF04-D95F-BD35-8B4A6DF419D5}"/>
              </a:ext>
            </a:extLst>
          </p:cNvPr>
          <p:cNvSpPr txBox="1">
            <a:spLocks/>
          </p:cNvSpPr>
          <p:nvPr/>
        </p:nvSpPr>
        <p:spPr>
          <a:xfrm>
            <a:off x="5838825" y="2570162"/>
            <a:ext cx="48482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CH" dirty="0"/>
          </a:p>
        </p:txBody>
      </p:sp>
      <p:graphicFrame>
        <p:nvGraphicFramePr>
          <p:cNvPr id="20" name="Espace réservé du contenu 2">
            <a:extLst>
              <a:ext uri="{FF2B5EF4-FFF2-40B4-BE49-F238E27FC236}">
                <a16:creationId xmlns:a16="http://schemas.microsoft.com/office/drawing/2014/main" id="{CA7AC84D-757C-E2D5-19BA-3712CC920B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737585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992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75E7F24-3039-43D5-84E6-B42AF51B5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fr-CH" sz="4000">
                <a:solidFill>
                  <a:srgbClr val="FFFFFF"/>
                </a:solidFill>
              </a:rPr>
              <a:t>Contexte du projet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0FA33871-FE97-B5C2-4FEE-B328A32C7C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497018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9198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C08DBA-7445-3921-E8D8-7EBDA83B3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Objectifs pédagogiques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0DA253-4C55-BD47-4C67-1029CC43E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692399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B20BB87-E903-5DAD-45B8-B534021AC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fr-CH" sz="4000">
                <a:solidFill>
                  <a:srgbClr val="FFFFFF"/>
                </a:solidFill>
              </a:rPr>
              <a:t>Fonctionnalités principales</a:t>
            </a:r>
          </a:p>
        </p:txBody>
      </p:sp>
      <p:graphicFrame>
        <p:nvGraphicFramePr>
          <p:cNvPr id="6" name="Espace réservé du contenu 2">
            <a:extLst>
              <a:ext uri="{FF2B5EF4-FFF2-40B4-BE49-F238E27FC236}">
                <a16:creationId xmlns:a16="http://schemas.microsoft.com/office/drawing/2014/main" id="{87EF198C-A58F-80CD-FC34-6E2B3CC46B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958081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7238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91F331F-C120-4A64-CAD3-82C1CCB95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 Case</a:t>
            </a:r>
          </a:p>
        </p:txBody>
      </p:sp>
      <p:pic>
        <p:nvPicPr>
          <p:cNvPr id="4" name="Espace réservé du contenu 3" descr="Une image contenant texte, ligne, diagram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E8F6C38-2FE5-1FB2-5680-B39D0F0E63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307"/>
          <a:stretch>
            <a:fillRect/>
          </a:stretch>
        </p:blipFill>
        <p:spPr bwMode="auto">
          <a:xfrm>
            <a:off x="4212076" y="722377"/>
            <a:ext cx="7345940" cy="5024318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2398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35A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A1CB46-D3E0-9562-9078-62B0C32E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Vue Acceuil</a:t>
            </a:r>
          </a:p>
        </p:txBody>
      </p:sp>
      <p:pic>
        <p:nvPicPr>
          <p:cNvPr id="4" name="Image 3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B5F4BB2F-BFAA-D950-59FE-5C8A52BF6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450" y="961812"/>
            <a:ext cx="6202499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725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C5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AA041EE-740F-5DCE-7E2A-7EE9F04AA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Vue Jeux</a:t>
            </a:r>
          </a:p>
        </p:txBody>
      </p:sp>
      <p:pic>
        <p:nvPicPr>
          <p:cNvPr id="4" name="Espace réservé du contenu 3" descr="Une image contenant texte, capture d’écran, logiciel, multimédia&#10;&#10;Le contenu généré par l’IA peut être incorrect.">
            <a:extLst>
              <a:ext uri="{FF2B5EF4-FFF2-40B4-BE49-F238E27FC236}">
                <a16:creationId xmlns:a16="http://schemas.microsoft.com/office/drawing/2014/main" id="{D8F2F1FA-37AC-F58B-4658-FAA4AE6170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1002" y="961812"/>
            <a:ext cx="5603394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555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B38C978-D584-73FA-C7C5-55CA979DB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Vue Leaderboard</a:t>
            </a:r>
          </a:p>
        </p:txBody>
      </p:sp>
      <p:pic>
        <p:nvPicPr>
          <p:cNvPr id="4" name="Espace réservé du contenu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44458824-3DCC-DEA5-125E-8C3C6A2F6C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3366" y="961812"/>
            <a:ext cx="5418667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940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F270D1-0CA7-03A1-6859-A144A6210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Fonctionnement technique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404BA634-7BDD-A11E-527F-2DEAA7AD57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801479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1260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19A680-CD02-A252-E514-CCC6E873E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H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8ECCB583-11AB-270D-5CEA-6E5ACAFA83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2943" y="2853371"/>
            <a:ext cx="5106113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22366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</Words>
  <Application>Microsoft Office PowerPoint</Application>
  <PresentationFormat>Grand écran</PresentationFormat>
  <Paragraphs>37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Thème Office</vt:lpstr>
      <vt:lpstr>Arcadiabox</vt:lpstr>
      <vt:lpstr>Sommaire</vt:lpstr>
      <vt:lpstr>Introduction</vt:lpstr>
      <vt:lpstr>Contexte du projet</vt:lpstr>
      <vt:lpstr>Objectifs pédagogiques</vt:lpstr>
      <vt:lpstr>Fonctionnalités principales</vt:lpstr>
      <vt:lpstr>Use Case</vt:lpstr>
      <vt:lpstr>Vue Acceuil</vt:lpstr>
      <vt:lpstr>Vue Jeux</vt:lpstr>
      <vt:lpstr>Vue Leaderboard</vt:lpstr>
      <vt:lpstr>Fonctionnement technique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Barras Matias</dc:creator>
  <cp:lastModifiedBy>Barras Matias</cp:lastModifiedBy>
  <cp:revision>1</cp:revision>
  <dcterms:created xsi:type="dcterms:W3CDTF">2026-01-09T14:54:38Z</dcterms:created>
  <dcterms:modified xsi:type="dcterms:W3CDTF">2026-01-09T15:30:35Z</dcterms:modified>
</cp:coreProperties>
</file>