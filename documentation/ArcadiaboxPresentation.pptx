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75" r:id="rId14"/>
    <p:sldId id="276" r:id="rId15"/>
    <p:sldId id="277" r:id="rId16"/>
    <p:sldId id="278" r:id="rId17"/>
    <p:sldId id="270" r:id="rId18"/>
    <p:sldId id="274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26EEF-C97D-4720-082A-937F40AC471F}" v="7" dt="2026-01-16T12:46:01.824"/>
    <p1510:client id="{DFF46C2B-868E-437C-A61C-80E0DE7D83CF}" v="66" dt="2026-01-16T09:32:50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illon Jonas" userId="S::jonas.deillon@studentfr.ch::a7110832-daf8-4f75-b166-f0ce5ceeec21" providerId="AD" clId="Web-{32926EEF-C97D-4720-082A-937F40AC471F}"/>
    <pc:docChg chg="modSld">
      <pc:chgData name="Deillon Jonas" userId="S::jonas.deillon@studentfr.ch::a7110832-daf8-4f75-b166-f0ce5ceeec21" providerId="AD" clId="Web-{32926EEF-C97D-4720-082A-937F40AC471F}" dt="2026-01-16T12:46:01.824" v="6" actId="20577"/>
      <pc:docMkLst>
        <pc:docMk/>
      </pc:docMkLst>
      <pc:sldChg chg="modSp">
        <pc:chgData name="Deillon Jonas" userId="S::jonas.deillon@studentfr.ch::a7110832-daf8-4f75-b166-f0ce5ceeec21" providerId="AD" clId="Web-{32926EEF-C97D-4720-082A-937F40AC471F}" dt="2026-01-16T12:46:01.824" v="6" actId="20577"/>
        <pc:sldMkLst>
          <pc:docMk/>
          <pc:sldMk cId="2507725628" sldId="263"/>
        </pc:sldMkLst>
        <pc:spChg chg="mod">
          <ac:chgData name="Deillon Jonas" userId="S::jonas.deillon@studentfr.ch::a7110832-daf8-4f75-b166-f0ce5ceeec21" providerId="AD" clId="Web-{32926EEF-C97D-4720-082A-937F40AC471F}" dt="2026-01-16T12:46:01.824" v="6" actId="20577"/>
          <ac:spMkLst>
            <pc:docMk/>
            <pc:sldMk cId="2507725628" sldId="263"/>
            <ac:spMk id="2" creationId="{CBA1CB46-D3E0-9562-9078-62B0C32E2B75}"/>
          </ac:spMkLst>
        </pc:spChg>
      </pc:sldChg>
    </pc:docChg>
  </pc:docChgLst>
  <pc:docChgLst>
    <pc:chgData name="Barras Matias" userId="8eac776d-deeb-4346-aa0f-eaa1e7f5da8d" providerId="ADAL" clId="{425534FE-2470-4743-8B71-83B1ED8770FD}"/>
    <pc:docChg chg="undo redo custSel addSld delSld modSld sldOrd">
      <pc:chgData name="Barras Matias" userId="8eac776d-deeb-4346-aa0f-eaa1e7f5da8d" providerId="ADAL" clId="{425534FE-2470-4743-8B71-83B1ED8770FD}" dt="2026-01-16T12:10:53.711" v="1799" actId="47"/>
      <pc:docMkLst>
        <pc:docMk/>
      </pc:docMkLst>
      <pc:sldChg chg="addSp modSp mod setBg modNotesTx">
        <pc:chgData name="Barras Matias" userId="8eac776d-deeb-4346-aa0f-eaa1e7f5da8d" providerId="ADAL" clId="{425534FE-2470-4743-8B71-83B1ED8770FD}" dt="2026-01-16T09:31:24.148" v="1719" actId="20577"/>
        <pc:sldMkLst>
          <pc:docMk/>
          <pc:sldMk cId="824628054" sldId="256"/>
        </pc:sldMkLst>
        <pc:spChg chg="mod">
          <ac:chgData name="Barras Matias" userId="8eac776d-deeb-4346-aa0f-eaa1e7f5da8d" providerId="ADAL" clId="{425534FE-2470-4743-8B71-83B1ED8770FD}" dt="2026-01-09T14:56:42.287" v="72" actId="20577"/>
          <ac:spMkLst>
            <pc:docMk/>
            <pc:sldMk cId="824628054" sldId="256"/>
            <ac:spMk id="2" creationId="{7E8CD8D8-1D8B-6112-47B1-537D157DD979}"/>
          </ac:spMkLst>
        </pc:spChg>
        <pc:spChg chg="mo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3" creationId="{F37E9ACF-CD35-0838-7D3D-354DAF5C5F30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09T14:56:37.744" v="62" actId="26606"/>
          <ac:picMkLst>
            <pc:docMk/>
            <pc:sldMk cId="824628054" sldId="256"/>
            <ac:picMk id="5" creationId="{2212BCD3-4906-C8E1-1488-643C145FA6A2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1:27.948" v="1725" actId="20577"/>
        <pc:sldMkLst>
          <pc:docMk/>
          <pc:sldMk cId="2596573208" sldId="257"/>
        </pc:sldMkLst>
        <pc:spChg chg="add del mo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2" creationId="{56695C56-9F30-D5B6-718C-F0A390241FD9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6" creationId="{7517A47C-B2E5-4B79-8061-D74B1311AF6E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7" creationId="{C505E780-2083-4CB5-A42A-5E0E2908ECC3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8" creationId="{D2C0AE1C-0118-41AE-8A10-7CDCBF10E96F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9" creationId="{463EEC44-1BA3-44ED-81FC-A644B04B2A44}"/>
          </ac:spMkLst>
        </pc:spChg>
        <pc:graphicFrameChg chg="add mod modGraphic">
          <ac:chgData name="Barras Matias" userId="8eac776d-deeb-4346-aa0f-eaa1e7f5da8d" providerId="ADAL" clId="{425534FE-2470-4743-8B71-83B1ED8770FD}" dt="2026-01-15T12:54:47.909" v="1511" actId="20577"/>
          <ac:graphicFrameMkLst>
            <pc:docMk/>
            <pc:sldMk cId="2596573208" sldId="257"/>
            <ac:graphicFrameMk id="20" creationId="{990B8DA9-AB29-825D-239A-942906FF3275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1.236" v="1731" actId="20577"/>
        <pc:sldMkLst>
          <pc:docMk/>
          <pc:sldMk cId="609922175" sldId="258"/>
        </pc:sldMkLst>
        <pc:spChg chg="mo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2" creationId="{CD950184-EF09-E419-DB57-606EB1E93A2E}"/>
          </ac:spMkLst>
        </pc:spChg>
        <pc:spChg chg="add mod">
          <ac:chgData name="Barras Matias" userId="8eac776d-deeb-4346-aa0f-eaa1e7f5da8d" providerId="ADAL" clId="{425534FE-2470-4743-8B71-83B1ED8770FD}" dt="2026-01-09T15:07:01.962" v="543" actId="21"/>
          <ac:spMkLst>
            <pc:docMk/>
            <pc:sldMk cId="609922175" sldId="258"/>
            <ac:spMk id="5" creationId="{FFEB3412-BF6F-62BE-337F-66526926AE4A}"/>
          </ac:spMkLst>
        </pc:spChg>
        <pc:spChg chg="add del mod">
          <ac:chgData name="Barras Matias" userId="8eac776d-deeb-4346-aa0f-eaa1e7f5da8d" providerId="ADAL" clId="{425534FE-2470-4743-8B71-83B1ED8770FD}" dt="2026-01-09T15:08:09.364" v="563" actId="478"/>
          <ac:spMkLst>
            <pc:docMk/>
            <pc:sldMk cId="609922175" sldId="258"/>
            <ac:spMk id="6" creationId="{6752A3CC-EF04-D95F-BD35-8B4A6DF419D5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6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7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8" creationId="{063BBA22-50EA-4C4D-BE05-F1CE4E63AA56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9" creationId="{F68B3F68-107C-434F-AA38-110D5EA91B85}"/>
          </ac:spMkLst>
        </pc:spChg>
        <pc:graphicFrameChg chg="add mod modGraphic">
          <ac:chgData name="Barras Matias" userId="8eac776d-deeb-4346-aa0f-eaa1e7f5da8d" providerId="ADAL" clId="{425534FE-2470-4743-8B71-83B1ED8770FD}" dt="2026-01-16T08:07:43.423" v="1607" actId="20577"/>
          <ac:graphicFrameMkLst>
            <pc:docMk/>
            <pc:sldMk cId="609922175" sldId="258"/>
            <ac:graphicFrameMk id="20" creationId="{CA7AC84D-757C-E2D5-19BA-3712CC920BC3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4.517" v="1737" actId="20577"/>
        <pc:sldMkLst>
          <pc:docMk/>
          <pc:sldMk cId="2609198288" sldId="259"/>
        </pc:sldMkLst>
        <pc:spChg chg="mo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2" creationId="{275E7F24-3039-43D5-84E6-B42AF51B5C6C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5" creationId="{063BBA22-50EA-4C4D-BE05-F1CE4E63AA56}"/>
          </ac:spMkLst>
        </pc:spChg>
        <pc:graphicFrameChg chg="add">
          <ac:chgData name="Barras Matias" userId="8eac776d-deeb-4346-aa0f-eaa1e7f5da8d" providerId="ADAL" clId="{425534FE-2470-4743-8B71-83B1ED8770FD}" dt="2026-01-09T15:12:11.534" v="707" actId="26606"/>
          <ac:graphicFrameMkLst>
            <pc:docMk/>
            <pc:sldMk cId="2609198288" sldId="259"/>
            <ac:graphicFrameMk id="5" creationId="{0FA33871-FE97-B5C2-4FEE-B328A32C7C25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4:37.434" v="1378" actId="2696"/>
        <pc:sldMkLst>
          <pc:docMk/>
          <pc:sldMk cId="3692399880" sldId="260"/>
        </pc:sldMkLst>
      </pc:sldChg>
      <pc:sldChg chg="addSp delSp modSp new mod setBg modNotesTx">
        <pc:chgData name="Barras Matias" userId="8eac776d-deeb-4346-aa0f-eaa1e7f5da8d" providerId="ADAL" clId="{425534FE-2470-4743-8B71-83B1ED8770FD}" dt="2026-01-16T09:31:43.244" v="1753" actId="20577"/>
        <pc:sldMkLst>
          <pc:docMk/>
          <pc:sldMk cId="737238983" sldId="261"/>
        </pc:sldMkLst>
        <pc:spChg chg="mo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2" creationId="{BB20BB87-E903-5DAD-45B8-B534021AC4CB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5" creationId="{063BBA22-50EA-4C4D-BE05-F1CE4E63AA56}"/>
          </ac:spMkLst>
        </pc:spChg>
        <pc:graphicFrameChg chg="add mod modGraphic">
          <ac:chgData name="Barras Matias" userId="8eac776d-deeb-4346-aa0f-eaa1e7f5da8d" providerId="ADAL" clId="{425534FE-2470-4743-8B71-83B1ED8770FD}" dt="2026-01-15T12:59:47.957" v="1567" actId="20577"/>
          <ac:graphicFrameMkLst>
            <pc:docMk/>
            <pc:sldMk cId="737238983" sldId="261"/>
            <ac:graphicFrameMk id="6" creationId="{87EF198C-A58F-80CD-FC34-6E2B3CC46B11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53.623" v="1772" actId="20577"/>
        <pc:sldMkLst>
          <pc:docMk/>
          <pc:sldMk cId="122398681" sldId="262"/>
        </pc:sldMkLst>
        <pc:spChg chg="mo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2" creationId="{691F331F-C120-4A64-CAD3-82C1CCB95810}"/>
          </ac:spMkLst>
        </pc:spChg>
        <pc:spChg chg="ad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6" creationId="{D4771268-CB57-404A-9271-370EB28F6090}"/>
          </ac:spMkLst>
        </pc:spChg>
        <pc:picChg chg="add mod">
          <ac:chgData name="Barras Matias" userId="8eac776d-deeb-4346-aa0f-eaa1e7f5da8d" providerId="ADAL" clId="{425534FE-2470-4743-8B71-83B1ED8770FD}" dt="2026-01-09T15:17:42.232" v="932" actId="14100"/>
          <ac:picMkLst>
            <pc:docMk/>
            <pc:sldMk cId="122398681" sldId="262"/>
            <ac:picMk id="4" creationId="{DE8F6C38-2FE5-1FB2-5680-B39D0F0E63C6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01.540" v="1780" actId="20577"/>
        <pc:sldMkLst>
          <pc:docMk/>
          <pc:sldMk cId="2507725628" sldId="263"/>
        </pc:sldMkLst>
        <pc:spChg chg="mo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2" creationId="{CBA1CB46-D3E0-9562-9078-62B0C32E2B7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4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6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31.968" v="1102" actId="26606"/>
          <ac:picMkLst>
            <pc:docMk/>
            <pc:sldMk cId="2507725628" sldId="263"/>
            <ac:picMk id="4" creationId="{B5F4BB2F-BFAA-D950-59FE-5C8A52BF60E7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9.775" v="1101" actId="26606"/>
        <pc:sldMkLst>
          <pc:docMk/>
          <pc:sldMk cId="893555488" sldId="264"/>
        </pc:sldMkLst>
        <pc:spChg chg="mo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2" creationId="{9AA041EE-740F-5DCE-7E2A-7EE9F04AA23B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9.775" v="1101" actId="26606"/>
          <ac:picMkLst>
            <pc:docMk/>
            <pc:sldMk cId="893555488" sldId="264"/>
            <ac:picMk id="4" creationId="{D8F2F1FA-37AC-F58B-4658-FAA4AE6170CD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6.753" v="1100" actId="26606"/>
        <pc:sldMkLst>
          <pc:docMk/>
          <pc:sldMk cId="829940796" sldId="265"/>
        </pc:sldMkLst>
        <pc:spChg chg="mo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2" creationId="{AB38C978-D584-73FA-C7C5-55CA979DB793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6.753" v="1100" actId="26606"/>
          <ac:picMkLst>
            <pc:docMk/>
            <pc:sldMk cId="829940796" sldId="265"/>
            <ac:picMk id="4" creationId="{44458824-3DCC-DEA5-125E-8C3C6A2F6C65}"/>
          </ac:picMkLst>
        </pc:picChg>
      </pc:sldChg>
      <pc:sldChg chg="addSp delSp modSp new mod setBg addAnim delAnim setClrOvrMap modNotesTx">
        <pc:chgData name="Barras Matias" userId="8eac776d-deeb-4346-aa0f-eaa1e7f5da8d" providerId="ADAL" clId="{425534FE-2470-4743-8B71-83B1ED8770FD}" dt="2026-01-16T09:32:15.120" v="1785" actId="20577"/>
        <pc:sldMkLst>
          <pc:docMk/>
          <pc:sldMk cId="3121260333" sldId="266"/>
        </pc:sldMkLst>
        <pc:spChg chg="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2" creationId="{17F270D1-0CA7-03A1-6859-A144A6210720}"/>
          </ac:spMkLst>
        </pc:spChg>
        <pc:spChg chg="add 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3" creationId="{BEA26D91-1DAE-83FF-70BB-A6AA4B5D89C9}"/>
          </ac:spMkLst>
        </pc:spChg>
        <pc:spChg chg="add del mod">
          <ac:chgData name="Barras Matias" userId="8eac776d-deeb-4346-aa0f-eaa1e7f5da8d" providerId="ADAL" clId="{425534FE-2470-4743-8B71-83B1ED8770FD}" dt="2026-01-16T08:28:54.006" v="1636" actId="26606"/>
          <ac:spMkLst>
            <pc:docMk/>
            <pc:sldMk cId="3121260333" sldId="266"/>
            <ac:spMk id="5" creationId="{02935AF0-3BCB-0415-D333-65939DC9DB45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1" creationId="{C1DD1A8A-57D5-4A81-AD04-532B043C5611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3" creationId="{007891EC-4501-44ED-A8C8-B11B6DB767AB}"/>
          </ac:spMkLst>
        </pc:spChg>
        <pc:spChg chg="ad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5" creationId="{FB5B0058-AF13-4859-B429-4EDDE2A26F7F}"/>
          </ac:spMkLst>
        </pc:spChg>
        <pc:spChg chg="add del">
          <ac:chgData name="Barras Matias" userId="8eac776d-deeb-4346-aa0f-eaa1e7f5da8d" providerId="ADAL" clId="{425534FE-2470-4743-8B71-83B1ED8770FD}" dt="2026-01-16T09:19:12.720" v="1711" actId="26606"/>
          <ac:spMkLst>
            <pc:docMk/>
            <pc:sldMk cId="3121260333" sldId="266"/>
            <ac:spMk id="18" creationId="{71B2258F-86CA-4D4D-8270-BC05FCDEBFB3}"/>
          </ac:spMkLst>
        </pc:spChg>
        <pc:graphicFrameChg chg="add del mod modGraphic">
          <ac:chgData name="Barras Matias" userId="8eac776d-deeb-4346-aa0f-eaa1e7f5da8d" providerId="ADAL" clId="{425534FE-2470-4743-8B71-83B1ED8770FD}" dt="2026-01-15T12:53:43.543" v="1502" actId="478"/>
          <ac:graphicFrameMkLst>
            <pc:docMk/>
            <pc:sldMk cId="3121260333" sldId="266"/>
            <ac:graphicFrameMk id="4" creationId="{404BA634-7BDD-A11E-527F-2DEAA7AD57C7}"/>
          </ac:graphicFrameMkLst>
        </pc:graphicFrameChg>
        <pc:picChg chg="add del mod">
          <ac:chgData name="Barras Matias" userId="8eac776d-deeb-4346-aa0f-eaa1e7f5da8d" providerId="ADAL" clId="{425534FE-2470-4743-8B71-83B1ED8770FD}" dt="2026-01-16T09:19:14.963" v="1712" actId="478"/>
          <ac:picMkLst>
            <pc:docMk/>
            <pc:sldMk cId="3121260333" sldId="266"/>
            <ac:picMk id="7" creationId="{864AD1D8-1415-9A88-16F2-9C15E1874A75}"/>
          </ac:picMkLst>
        </pc:pic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0" creationId="{EC4521DE-248E-440D-AAD6-FD9E7D34B3BF}"/>
          </ac:cxnSpMkLst>
        </pc:cxn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2" creationId="{442C13FA-4C0F-42D0-9626-5BA6040D8C31}"/>
          </ac:cxnSpMkLst>
        </pc:cxnChg>
      </pc:sldChg>
      <pc:sldChg chg="addSp delSp modSp new del mod">
        <pc:chgData name="Barras Matias" userId="8eac776d-deeb-4346-aa0f-eaa1e7f5da8d" providerId="ADAL" clId="{425534FE-2470-4743-8B71-83B1ED8770FD}" dt="2026-01-15T12:54:13.101" v="1503" actId="2696"/>
        <pc:sldMkLst>
          <pc:docMk/>
          <pc:sldMk cId="495223664" sldId="267"/>
        </pc:sldMkLst>
        <pc:spChg chg="mod">
          <ac:chgData name="Barras Matias" userId="8eac776d-deeb-4346-aa0f-eaa1e7f5da8d" providerId="ADAL" clId="{425534FE-2470-4743-8B71-83B1ED8770FD}" dt="2026-01-15T11:58:46.600" v="1230" actId="20577"/>
          <ac:spMkLst>
            <pc:docMk/>
            <pc:sldMk cId="495223664" sldId="267"/>
            <ac:spMk id="2" creationId="{9C19A680-CD02-A252-E514-CCC6E873EEBD}"/>
          </ac:spMkLst>
        </pc:spChg>
      </pc:sldChg>
      <pc:sldChg chg="addSp delSp modSp new mod ord">
        <pc:chgData name="Barras Matias" userId="8eac776d-deeb-4346-aa0f-eaa1e7f5da8d" providerId="ADAL" clId="{425534FE-2470-4743-8B71-83B1ED8770FD}" dt="2026-01-15T12:53:13.837" v="1499" actId="14100"/>
        <pc:sldMkLst>
          <pc:docMk/>
          <pc:sldMk cId="4109257534" sldId="268"/>
        </pc:sldMkLst>
        <pc:spChg chg="mod">
          <ac:chgData name="Barras Matias" userId="8eac776d-deeb-4346-aa0f-eaa1e7f5da8d" providerId="ADAL" clId="{425534FE-2470-4743-8B71-83B1ED8770FD}" dt="2026-01-15T11:59:03.343" v="1253" actId="20577"/>
          <ac:spMkLst>
            <pc:docMk/>
            <pc:sldMk cId="4109257534" sldId="268"/>
            <ac:spMk id="2" creationId="{40129B73-BCE8-D790-BBBE-69AF10DF2B57}"/>
          </ac:spMkLst>
        </pc:spChg>
        <pc:spChg chg="del">
          <ac:chgData name="Barras Matias" userId="8eac776d-deeb-4346-aa0f-eaa1e7f5da8d" providerId="ADAL" clId="{425534FE-2470-4743-8B71-83B1ED8770FD}" dt="2026-01-15T12:00:05.611" v="1254" actId="1032"/>
          <ac:spMkLst>
            <pc:docMk/>
            <pc:sldMk cId="4109257534" sldId="268"/>
            <ac:spMk id="3" creationId="{12C635CE-F76E-02D4-454C-4F5CC10CE041}"/>
          </ac:spMkLst>
        </pc:spChg>
        <pc:graphicFrameChg chg="add mod modGraphic">
          <ac:chgData name="Barras Matias" userId="8eac776d-deeb-4346-aa0f-eaa1e7f5da8d" providerId="ADAL" clId="{425534FE-2470-4743-8B71-83B1ED8770FD}" dt="2026-01-15T12:53:13.837" v="1499" actId="14100"/>
          <ac:graphicFrameMkLst>
            <pc:docMk/>
            <pc:sldMk cId="4109257534" sldId="268"/>
            <ac:graphicFrameMk id="6" creationId="{299D0AC9-B03D-686E-B688-1D7D503DD010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5:17.355" v="1403" actId="2696"/>
        <pc:sldMkLst>
          <pc:docMk/>
          <pc:sldMk cId="538466934" sldId="269"/>
        </pc:sldMkLst>
        <pc:spChg chg="mod">
          <ac:chgData name="Barras Matias" userId="8eac776d-deeb-4346-aa0f-eaa1e7f5da8d" providerId="ADAL" clId="{425534FE-2470-4743-8B71-83B1ED8770FD}" dt="2026-01-15T12:45:12.755" v="1402" actId="20577"/>
          <ac:spMkLst>
            <pc:docMk/>
            <pc:sldMk cId="538466934" sldId="269"/>
            <ac:spMk id="2" creationId="{65089B53-D6FF-DDD2-529B-F5EF501107D2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1:39.444" v="1747" actId="20577"/>
        <pc:sldMkLst>
          <pc:docMk/>
          <pc:sldMk cId="1368616076" sldId="269"/>
        </pc:sldMkLst>
        <pc:spChg chg="mo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2" creationId="{2FCCFBCC-6A66-7D0B-AD37-5E149DC29CDF}"/>
          </ac:spMkLst>
        </pc:spChg>
        <pc:spChg chg="del">
          <ac:chgData name="Barras Matias" userId="8eac776d-deeb-4346-aa0f-eaa1e7f5da8d" providerId="ADAL" clId="{425534FE-2470-4743-8B71-83B1ED8770FD}" dt="2026-01-15T12:50:48.807" v="1445" actId="22"/>
          <ac:spMkLst>
            <pc:docMk/>
            <pc:sldMk cId="1368616076" sldId="269"/>
            <ac:spMk id="3" creationId="{5477F9D2-D8C6-DFE9-1326-4E01D9F0A338}"/>
          </ac:spMkLst>
        </pc:spChg>
        <pc:spChg chg="ad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10" creationId="{A4AC5506-6312-4701-8D3C-40187889A947}"/>
          </ac:spMkLst>
        </pc:spChg>
        <pc:picChg chg="add mod ord">
          <ac:chgData name="Barras Matias" userId="8eac776d-deeb-4346-aa0f-eaa1e7f5da8d" providerId="ADAL" clId="{425534FE-2470-4743-8B71-83B1ED8770FD}" dt="2026-01-15T12:51:03.545" v="1451" actId="1076"/>
          <ac:picMkLst>
            <pc:docMk/>
            <pc:sldMk cId="1368616076" sldId="269"/>
            <ac:picMk id="5" creationId="{16603F72-BFB4-163C-6FB2-320965E43EBC}"/>
          </ac:picMkLst>
        </pc:picChg>
      </pc:sldChg>
      <pc:sldChg chg="modSp new del mod">
        <pc:chgData name="Barras Matias" userId="8eac776d-deeb-4346-aa0f-eaa1e7f5da8d" providerId="ADAL" clId="{425534FE-2470-4743-8B71-83B1ED8770FD}" dt="2026-01-15T12:53:31.149" v="1500" actId="47"/>
        <pc:sldMkLst>
          <pc:docMk/>
          <pc:sldMk cId="3605004737" sldId="270"/>
        </pc:sldMkLst>
        <pc:spChg chg="mod">
          <ac:chgData name="Barras Matias" userId="8eac776d-deeb-4346-aa0f-eaa1e7f5da8d" providerId="ADAL" clId="{425534FE-2470-4743-8B71-83B1ED8770FD}" dt="2026-01-15T12:52:42.380" v="1465" actId="20577"/>
          <ac:spMkLst>
            <pc:docMk/>
            <pc:sldMk cId="3605004737" sldId="270"/>
            <ac:spMk id="2" creationId="{22EE46B3-D9B4-B1DF-1600-F66C205CCA40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2:19.606" v="1791" actId="20577"/>
        <pc:sldMkLst>
          <pc:docMk/>
          <pc:sldMk cId="4056528422" sldId="270"/>
        </pc:sldMkLst>
        <pc:spChg chg="mo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2" creationId="{19D07843-54EF-C1B9-CB90-F7DA05997E81}"/>
          </ac:spMkLst>
        </pc:spChg>
        <pc:spChg chg="del">
          <ac:chgData name="Barras Matias" userId="8eac776d-deeb-4346-aa0f-eaa1e7f5da8d" providerId="ADAL" clId="{425534FE-2470-4743-8B71-83B1ED8770FD}" dt="2026-01-16T07:01:18.155" v="1570" actId="22"/>
          <ac:spMkLst>
            <pc:docMk/>
            <pc:sldMk cId="4056528422" sldId="270"/>
            <ac:spMk id="3" creationId="{762FF5C7-ADBB-B8A1-243A-0FE911468AC1}"/>
          </ac:spMkLst>
        </pc:spChg>
        <pc:spChg chg="add del">
          <ac:chgData name="Barras Matias" userId="8eac776d-deeb-4346-aa0f-eaa1e7f5da8d" providerId="ADAL" clId="{425534FE-2470-4743-8B71-83B1ED8770FD}" dt="2026-01-16T07:01:46.332" v="1577" actId="478"/>
          <ac:spMkLst>
            <pc:docMk/>
            <pc:sldMk cId="4056528422" sldId="270"/>
            <ac:spMk id="11" creationId="{1886676A-1E18-722E-B9D7-622E539864E0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14" creationId="{922F19F4-FE70-43DC-856F-2CE5F521DC48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1" creationId="{D5B0017B-2ECA-49AF-B397-DC140825DF8D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3" creationId="{395ECC94-3D5E-46A7-A7A1-DE807E1563B4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5" creationId="{7E549738-9961-462D-81B7-4A7A44691102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2" creationId="{C4879EFC-8E62-4E00-973C-C45EE9EC676D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4" creationId="{D6A9C53F-5F90-40A5-8C85-5412D39C8C68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39" creationId="{E18F6E8B-15ED-43C7-94BA-91549A651C73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5" creationId="{D3539FEE-81D3-4406-802E-60B20B16F4F6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6" creationId="{B81933D1-5615-42C7-9C0B-4EB7105CCE2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7" creationId="{DC701763-729E-462F-A5A8-E0DEFEB1E2E4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8" creationId="{B089A89A-1E9C-4761-9DFF-53C275FBF870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50" creationId="{19C9EAEA-39D0-4B0E-A0EB-51E7B26740B1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2" creationId="{2151139A-886F-4B97-8815-729AD3831BB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3" creationId="{AB5E08C4-8CDD-4623-A5B8-E998C6DEE3B7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4" creationId="{15F33878-D502-4FFA-8ACE-F2AECDB2A23F}"/>
          </ac:spMkLst>
        </pc:spChg>
        <pc:spChg chg="add del">
          <ac:chgData name="Barras Matias" userId="8eac776d-deeb-4346-aa0f-eaa1e7f5da8d" providerId="ADAL" clId="{425534FE-2470-4743-8B71-83B1ED8770FD}" dt="2026-01-16T07:02:54.779" v="1601" actId="26606"/>
          <ac:spMkLst>
            <pc:docMk/>
            <pc:sldMk cId="4056528422" sldId="270"/>
            <ac:spMk id="59" creationId="{53F29798-D584-4792-9B62-3F5F5C36D619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1" creationId="{1199E1B1-A8C0-4FE8-A5A8-1CB41D69F857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2" creationId="{A8384FB5-9ADC-4DDC-881B-597D56F5B15D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3" creationId="{84A8DE83-DE75-4B41-9DB4-A7EC0B0DEC0B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5" creationId="{A7009A0A-BEF5-4EAC-AF15-E4F9F002E239}"/>
          </ac:spMkLst>
        </pc:spChg>
        <pc:spChg chg="ad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67" creationId="{A4AC5506-6312-4701-8D3C-40187889A947}"/>
          </ac:spMkLst>
        </pc:spChg>
        <pc:grpChg chg="add del">
          <ac:chgData name="Barras Matias" userId="8eac776d-deeb-4346-aa0f-eaa1e7f5da8d" providerId="ADAL" clId="{425534FE-2470-4743-8B71-83B1ED8770FD}" dt="2026-01-16T07:01:51.622" v="1578" actId="26606"/>
          <ac:grpSpMkLst>
            <pc:docMk/>
            <pc:sldMk cId="4056528422" sldId="270"/>
            <ac:grpSpMk id="16" creationId="{AE1C45F0-260A-458C-96ED-C1F6D2151219}"/>
          </ac:grpSpMkLst>
        </pc:grpChg>
        <pc:grpChg chg="add del">
          <ac:chgData name="Barras Matias" userId="8eac776d-deeb-4346-aa0f-eaa1e7f5da8d" providerId="ADAL" clId="{425534FE-2470-4743-8B71-83B1ED8770FD}" dt="2026-01-16T07:02:08.945" v="1583" actId="26606"/>
          <ac:grpSpMkLst>
            <pc:docMk/>
            <pc:sldMk cId="4056528422" sldId="270"/>
            <ac:grpSpMk id="41" creationId="{032D8612-31EB-44CF-A1D0-14FD4C705424}"/>
          </ac:grpSpMkLst>
        </pc:grpChg>
        <pc:picChg chg="add mod ord">
          <ac:chgData name="Barras Matias" userId="8eac776d-deeb-4346-aa0f-eaa1e7f5da8d" providerId="ADAL" clId="{425534FE-2470-4743-8B71-83B1ED8770FD}" dt="2026-01-16T07:02:55.312" v="1604" actId="26606"/>
          <ac:picMkLst>
            <pc:docMk/>
            <pc:sldMk cId="4056528422" sldId="270"/>
            <ac:picMk id="5" creationId="{187C5AD4-7611-4B2E-8EBE-A9AB0323E366}"/>
          </ac:picMkLst>
        </pc:picChg>
        <pc:picChg chg="add del mod ord">
          <ac:chgData name="Barras Matias" userId="8eac776d-deeb-4346-aa0f-eaa1e7f5da8d" providerId="ADAL" clId="{425534FE-2470-4743-8B71-83B1ED8770FD}" dt="2026-01-16T07:02:45.008" v="1597" actId="21"/>
          <ac:picMkLst>
            <pc:docMk/>
            <pc:sldMk cId="4056528422" sldId="270"/>
            <ac:picMk id="7" creationId="{B5A8074D-2E9D-F259-D164-EB1E7BD97281}"/>
          </ac:picMkLst>
        </pc:picChg>
        <pc:cxnChg chg="add">
          <ac:chgData name="Barras Matias" userId="8eac776d-deeb-4346-aa0f-eaa1e7f5da8d" providerId="ADAL" clId="{425534FE-2470-4743-8B71-83B1ED8770FD}" dt="2026-01-16T07:01:43.927" v="1576" actId="26606"/>
          <ac:cxnSpMkLst>
            <pc:docMk/>
            <pc:sldMk cId="4056528422" sldId="270"/>
            <ac:cxnSpMk id="27" creationId="{6CF1BAF6-AD41-4082-B212-8A1F9A2E8779}"/>
          </ac:cxnSpMkLst>
        </pc:cxnChg>
      </pc:sldChg>
      <pc:sldChg chg="new del ord">
        <pc:chgData name="Barras Matias" userId="8eac776d-deeb-4346-aa0f-eaa1e7f5da8d" providerId="ADAL" clId="{425534FE-2470-4743-8B71-83B1ED8770FD}" dt="2026-01-15T12:54:57.646" v="1515" actId="2696"/>
        <pc:sldMkLst>
          <pc:docMk/>
          <pc:sldMk cId="1168794504" sldId="271"/>
        </pc:sldMkLst>
      </pc:sldChg>
      <pc:sldChg chg="addSp delSp modSp new mod setBg setClrOvrMap">
        <pc:chgData name="Barras Matias" userId="8eac776d-deeb-4346-aa0f-eaa1e7f5da8d" providerId="ADAL" clId="{425534FE-2470-4743-8B71-83B1ED8770FD}" dt="2026-01-16T07:03:52.005" v="1606" actId="26606"/>
        <pc:sldMkLst>
          <pc:docMk/>
          <pc:sldMk cId="1632674340" sldId="271"/>
        </pc:sldMkLst>
        <pc:spChg chg="mo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2" creationId="{05CDB1F2-CE14-F9C4-1935-311A18C0F10B}"/>
          </ac:spMkLst>
        </pc:spChg>
        <pc:spChg chg="del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3" creationId="{AE60802A-A942-9A5D-4EEC-B54167A75C02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8" creationId="{66B332A4-D438-4773-A77F-5ED49A448D9D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10" creationId="{DF9AD32D-FF05-44F4-BD4D-9CEE89B71EB9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3:05.981" v="1605" actId="26606"/>
        <pc:sldMkLst>
          <pc:docMk/>
          <pc:sldMk cId="2341187373" sldId="272"/>
        </pc:sldMkLst>
        <pc:spChg chg="mo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2" creationId="{AFB79645-01DA-D966-1820-766E98972873}"/>
          </ac:spMkLst>
        </pc:spChg>
        <pc:spChg chg="del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3" creationId="{9BEC85FE-FF72-CAC5-2318-18867454A3F4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16T07:03:05.981" v="1605" actId="26606"/>
          <ac:picMkLst>
            <pc:docMk/>
            <pc:sldMk cId="2341187373" sldId="272"/>
            <ac:picMk id="5" creationId="{7216084A-04EF-9173-D17D-E70B1A5F73C5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9:15:22.444" v="1683" actId="26606"/>
        <pc:sldMkLst>
          <pc:docMk/>
          <pc:sldMk cId="3726013960" sldId="273"/>
        </pc:sldMkLst>
        <pc:spChg chg="mo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2" creationId="{586FC6C0-BEC1-80E3-2D12-F0027A0CD195}"/>
          </ac:spMkLst>
        </pc:spChg>
        <pc:spChg chg="del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3" creationId="{4DCBCBC0-37A6-4E01-CC96-8FFC8F368E9F}"/>
          </ac:spMkLst>
        </pc:spChg>
        <pc:spChg chg="ad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10" creationId="{A4AC5506-6312-4701-8D3C-40187889A947}"/>
          </ac:spMkLst>
        </pc:spChg>
        <pc:picChg chg="add">
          <ac:chgData name="Barras Matias" userId="8eac776d-deeb-4346-aa0f-eaa1e7f5da8d" providerId="ADAL" clId="{425534FE-2470-4743-8B71-83B1ED8770FD}" dt="2026-01-16T09:15:22.444" v="1683" actId="26606"/>
          <ac:picMkLst>
            <pc:docMk/>
            <pc:sldMk cId="3726013960" sldId="273"/>
            <ac:picMk id="7" creationId="{4BD44B8E-970F-82CE-DF04-09AD5930D54D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22.348" v="1797" actId="20577"/>
        <pc:sldMkLst>
          <pc:docMk/>
          <pc:sldMk cId="3958757487" sldId="274"/>
        </pc:sldMkLst>
        <pc:spChg chg="del">
          <ac:chgData name="Barras Matias" userId="8eac776d-deeb-4346-aa0f-eaa1e7f5da8d" providerId="ADAL" clId="{425534FE-2470-4743-8B71-83B1ED8770FD}" dt="2026-01-16T07:02:49.709" v="1599" actId="26606"/>
          <ac:spMkLst>
            <pc:docMk/>
            <pc:sldMk cId="3958757487" sldId="274"/>
            <ac:spMk id="2" creationId="{93C3E022-CF9F-501F-F022-8B96A2FF6D56}"/>
          </ac:spMkLst>
        </pc:spChg>
        <pc:spChg chg="del">
          <ac:chgData name="Barras Matias" userId="8eac776d-deeb-4346-aa0f-eaa1e7f5da8d" providerId="ADAL" clId="{425534FE-2470-4743-8B71-83B1ED8770FD}" dt="2026-01-16T07:02:47.539" v="1598"/>
          <ac:spMkLst>
            <pc:docMk/>
            <pc:sldMk cId="3958757487" sldId="274"/>
            <ac:spMk id="3" creationId="{56A5E55C-C255-AA94-B723-71B80D43F171}"/>
          </ac:spMkLst>
        </pc:spChg>
        <pc:picChg chg="add mod">
          <ac:chgData name="Barras Matias" userId="8eac776d-deeb-4346-aa0f-eaa1e7f5da8d" providerId="ADAL" clId="{425534FE-2470-4743-8B71-83B1ED8770FD}" dt="2026-01-16T07:02:49.709" v="1599" actId="26606"/>
          <ac:picMkLst>
            <pc:docMk/>
            <pc:sldMk cId="3958757487" sldId="274"/>
            <ac:picMk id="7" creationId="{B5A8074D-2E9D-F259-D164-EB1E7BD97281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46.449" v="1660" actId="14100"/>
        <pc:sldMkLst>
          <pc:docMk/>
          <pc:sldMk cId="443553887" sldId="275"/>
        </pc:sldMkLst>
        <pc:spChg chg="mo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2" creationId="{89B75811-34B7-61C8-7284-31E3A7A6051D}"/>
          </ac:spMkLst>
        </pc:spChg>
        <pc:spChg chg="del">
          <ac:chgData name="Barras Matias" userId="8eac776d-deeb-4346-aa0f-eaa1e7f5da8d" providerId="ADAL" clId="{425534FE-2470-4743-8B71-83B1ED8770FD}" dt="2026-01-16T08:24:44.584" v="1613" actId="22"/>
          <ac:spMkLst>
            <pc:docMk/>
            <pc:sldMk cId="443553887" sldId="275"/>
            <ac:spMk id="3" creationId="{D2CCE333-C998-4C23-90AA-349C635741EF}"/>
          </ac:spMkLst>
        </pc:spChg>
        <pc:spChg chg="ad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46.449" v="1660" actId="14100"/>
          <ac:picMkLst>
            <pc:docMk/>
            <pc:sldMk cId="443553887" sldId="275"/>
            <ac:picMk id="5" creationId="{07D5D1D6-892A-96CC-B6E7-F5E699745858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54.789" v="1664" actId="14100"/>
        <pc:sldMkLst>
          <pc:docMk/>
          <pc:sldMk cId="681430726" sldId="276"/>
        </pc:sldMkLst>
        <pc:spChg chg="mo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2" creationId="{A96ABDD8-814A-9530-380D-03AFED2A2713}"/>
          </ac:spMkLst>
        </pc:spChg>
        <pc:spChg chg="del">
          <ac:chgData name="Barras Matias" userId="8eac776d-deeb-4346-aa0f-eaa1e7f5da8d" providerId="ADAL" clId="{425534FE-2470-4743-8B71-83B1ED8770FD}" dt="2026-01-16T08:25:22.317" v="1619" actId="22"/>
          <ac:spMkLst>
            <pc:docMk/>
            <pc:sldMk cId="681430726" sldId="276"/>
            <ac:spMk id="3" creationId="{0B7DED0D-AD45-6E29-541E-1A82D5FBB74B}"/>
          </ac:spMkLst>
        </pc:spChg>
        <pc:spChg chg="ad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54.789" v="1664" actId="14100"/>
          <ac:picMkLst>
            <pc:docMk/>
            <pc:sldMk cId="681430726" sldId="276"/>
            <ac:picMk id="5" creationId="{AC0E47FF-C3D3-D9F6-06EF-09ABFEA065AB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54:24.609" v="1682" actId="1076"/>
        <pc:sldMkLst>
          <pc:docMk/>
          <pc:sldMk cId="773764640" sldId="277"/>
        </pc:sldMkLst>
        <pc:spChg chg="mod">
          <ac:chgData name="Barras Matias" userId="8eac776d-deeb-4346-aa0f-eaa1e7f5da8d" providerId="ADAL" clId="{425534FE-2470-4743-8B71-83B1ED8770FD}" dt="2026-01-16T08:29:32.667" v="1643" actId="26606"/>
          <ac:spMkLst>
            <pc:docMk/>
            <pc:sldMk cId="773764640" sldId="277"/>
            <ac:spMk id="2" creationId="{D9A8DA5B-5BB7-80E9-CF53-597CFE61AD7B}"/>
          </ac:spMkLst>
        </pc:spChg>
        <pc:spChg chg="del">
          <ac:chgData name="Barras Matias" userId="8eac776d-deeb-4346-aa0f-eaa1e7f5da8d" providerId="ADAL" clId="{425534FE-2470-4743-8B71-83B1ED8770FD}" dt="2026-01-16T08:27:55.243" v="1628" actId="22"/>
          <ac:spMkLst>
            <pc:docMk/>
            <pc:sldMk cId="773764640" sldId="277"/>
            <ac:spMk id="3" creationId="{A0665F67-4E95-8479-E0E8-596B805F2DE4}"/>
          </ac:spMkLst>
        </pc:spChg>
        <pc:spChg chg="add del mod">
          <ac:chgData name="Barras Matias" userId="8eac776d-deeb-4346-aa0f-eaa1e7f5da8d" providerId="ADAL" clId="{425534FE-2470-4743-8B71-83B1ED8770FD}" dt="2026-01-16T08:51:29.255" v="1670" actId="22"/>
          <ac:spMkLst>
            <pc:docMk/>
            <pc:sldMk cId="773764640" sldId="277"/>
            <ac:spMk id="7" creationId="{6EDA0C40-38EC-FCD4-ACDE-E44AA65AAD09}"/>
          </ac:spMkLst>
        </pc:spChg>
        <pc:spChg chg="add del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0" creationId="{A4AC5506-6312-4701-8D3C-40187889A947}"/>
          </ac:spMkLst>
        </pc:spChg>
        <pc:spChg chg="add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5" creationId="{A4AC5506-6312-4701-8D3C-40187889A947}"/>
          </ac:spMkLst>
        </pc:spChg>
        <pc:picChg chg="add del mod ord modCrop">
          <ac:chgData name="Barras Matias" userId="8eac776d-deeb-4346-aa0f-eaa1e7f5da8d" providerId="ADAL" clId="{425534FE-2470-4743-8B71-83B1ED8770FD}" dt="2026-01-16T08:51:27.947" v="1669" actId="478"/>
          <ac:picMkLst>
            <pc:docMk/>
            <pc:sldMk cId="773764640" sldId="277"/>
            <ac:picMk id="5" creationId="{BE0F3EB0-4373-BE89-21B8-09065B7CA8EF}"/>
          </ac:picMkLst>
        </pc:picChg>
        <pc:picChg chg="add mod ord modCrop">
          <ac:chgData name="Barras Matias" userId="8eac776d-deeb-4346-aa0f-eaa1e7f5da8d" providerId="ADAL" clId="{425534FE-2470-4743-8B71-83B1ED8770FD}" dt="2026-01-16T08:54:24.609" v="1682" actId="1076"/>
          <ac:picMkLst>
            <pc:docMk/>
            <pc:sldMk cId="773764640" sldId="277"/>
            <ac:picMk id="9" creationId="{FDA543AB-988E-5B53-E756-C903649615E9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1:04.966" v="1668" actId="14100"/>
        <pc:sldMkLst>
          <pc:docMk/>
          <pc:sldMk cId="3843469871" sldId="278"/>
        </pc:sldMkLst>
        <pc:spChg chg="mo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2" creationId="{95670BE3-48F1-EA9B-BDC2-26EFDB241FCE}"/>
          </ac:spMkLst>
        </pc:spChg>
        <pc:spChg chg="del">
          <ac:chgData name="Barras Matias" userId="8eac776d-deeb-4346-aa0f-eaa1e7f5da8d" providerId="ADAL" clId="{425534FE-2470-4743-8B71-83B1ED8770FD}" dt="2026-01-16T08:28:26.738" v="1631" actId="22"/>
          <ac:spMkLst>
            <pc:docMk/>
            <pc:sldMk cId="3843469871" sldId="278"/>
            <ac:spMk id="3" creationId="{84A269F5-CEF4-3B66-7939-38093DA98827}"/>
          </ac:spMkLst>
        </pc:spChg>
        <pc:spChg chg="ad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1:04.966" v="1668" actId="14100"/>
          <ac:picMkLst>
            <pc:docMk/>
            <pc:sldMk cId="3843469871" sldId="278"/>
            <ac:picMk id="5" creationId="{FD0B5398-C669-2E3D-C4C7-F2831077BE49}"/>
          </ac:picMkLst>
        </pc:picChg>
      </pc:sldChg>
      <pc:sldChg chg="new del">
        <pc:chgData name="Barras Matias" userId="8eac776d-deeb-4346-aa0f-eaa1e7f5da8d" providerId="ADAL" clId="{425534FE-2470-4743-8B71-83B1ED8770FD}" dt="2026-01-16T12:10:53.711" v="1799" actId="47"/>
        <pc:sldMkLst>
          <pc:docMk/>
          <pc:sldMk cId="2152320657" sldId="279"/>
        </pc:sldMkLst>
      </pc:sldChg>
      <pc:sldChg chg="new del">
        <pc:chgData name="Barras Matias" userId="8eac776d-deeb-4346-aa0f-eaa1e7f5da8d" providerId="ADAL" clId="{425534FE-2470-4743-8B71-83B1ED8770FD}" dt="2026-01-16T08:28:47.542" v="1635" actId="47"/>
        <pc:sldMkLst>
          <pc:docMk/>
          <pc:sldMk cId="2848810793" sldId="27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2166D9-E65C-4906-BD28-45C314B8960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844B7E3-DC11-442F-B547-2678FD1E7BAD}">
      <dgm:prSet/>
      <dgm:spPr/>
      <dgm:t>
        <a:bodyPr/>
        <a:lstStyle/>
        <a:p>
          <a:r>
            <a:rPr lang="fr-CH"/>
            <a:t>Introducion</a:t>
          </a:r>
          <a:endParaRPr lang="en-US"/>
        </a:p>
      </dgm:t>
    </dgm:pt>
    <dgm:pt modelId="{D6B797A6-FF24-45A4-92E3-C8BE8DCDAC6F}" type="parTrans" cxnId="{EE4D0F9E-3375-43AE-AC8C-5291C68B1E7D}">
      <dgm:prSet/>
      <dgm:spPr/>
      <dgm:t>
        <a:bodyPr/>
        <a:lstStyle/>
        <a:p>
          <a:endParaRPr lang="en-US"/>
        </a:p>
      </dgm:t>
    </dgm:pt>
    <dgm:pt modelId="{67816DF2-FF3F-49F0-8A3D-4202EAFB44BB}" type="sibTrans" cxnId="{EE4D0F9E-3375-43AE-AC8C-5291C68B1E7D}">
      <dgm:prSet/>
      <dgm:spPr/>
      <dgm:t>
        <a:bodyPr/>
        <a:lstStyle/>
        <a:p>
          <a:endParaRPr lang="en-US"/>
        </a:p>
      </dgm:t>
    </dgm:pt>
    <dgm:pt modelId="{0F675C13-2708-4033-B6E1-CB4060A3674D}">
      <dgm:prSet/>
      <dgm:spPr/>
      <dgm:t>
        <a:bodyPr/>
        <a:lstStyle/>
        <a:p>
          <a:r>
            <a:rPr lang="fr-CH"/>
            <a:t>Contexte du projet</a:t>
          </a:r>
          <a:endParaRPr lang="en-US"/>
        </a:p>
      </dgm:t>
    </dgm:pt>
    <dgm:pt modelId="{8707006E-8D69-4F0F-888D-6CAA00F35BC9}" type="parTrans" cxnId="{AD84164C-9D49-4AD3-A9B0-64F73053F4BB}">
      <dgm:prSet/>
      <dgm:spPr/>
      <dgm:t>
        <a:bodyPr/>
        <a:lstStyle/>
        <a:p>
          <a:endParaRPr lang="en-US"/>
        </a:p>
      </dgm:t>
    </dgm:pt>
    <dgm:pt modelId="{FB8BA18B-8903-4F65-9E9E-5FDCA2C07413}" type="sibTrans" cxnId="{AD84164C-9D49-4AD3-A9B0-64F73053F4BB}">
      <dgm:prSet/>
      <dgm:spPr/>
      <dgm:t>
        <a:bodyPr/>
        <a:lstStyle/>
        <a:p>
          <a:endParaRPr lang="en-US"/>
        </a:p>
      </dgm:t>
    </dgm:pt>
    <dgm:pt modelId="{E23A4BA0-DAC8-4818-B018-5CF23B20F464}">
      <dgm:prSet/>
      <dgm:spPr/>
      <dgm:t>
        <a:bodyPr/>
        <a:lstStyle/>
        <a:p>
          <a:r>
            <a:rPr lang="fr-CH"/>
            <a:t>Fonctionnalités principales</a:t>
          </a:r>
          <a:endParaRPr lang="en-US"/>
        </a:p>
      </dgm:t>
    </dgm:pt>
    <dgm:pt modelId="{B8939659-C48D-41A4-921E-2C5CB6DE5E51}" type="parTrans" cxnId="{2A04806E-3849-4C8C-B7E9-05688AD30F5F}">
      <dgm:prSet/>
      <dgm:spPr/>
      <dgm:t>
        <a:bodyPr/>
        <a:lstStyle/>
        <a:p>
          <a:endParaRPr lang="en-US"/>
        </a:p>
      </dgm:t>
    </dgm:pt>
    <dgm:pt modelId="{4B45B83D-0F43-4B7B-9BA7-89E439711C9A}" type="sibTrans" cxnId="{2A04806E-3849-4C8C-B7E9-05688AD30F5F}">
      <dgm:prSet/>
      <dgm:spPr/>
      <dgm:t>
        <a:bodyPr/>
        <a:lstStyle/>
        <a:p>
          <a:endParaRPr lang="en-US"/>
        </a:p>
      </dgm:t>
    </dgm:pt>
    <dgm:pt modelId="{B1C58175-0322-4757-9238-31356F56DE8A}">
      <dgm:prSet/>
      <dgm:spPr/>
      <dgm:t>
        <a:bodyPr/>
        <a:lstStyle/>
        <a:p>
          <a:r>
            <a:rPr lang="fr-CH"/>
            <a:t>Maquettes et interface</a:t>
          </a:r>
          <a:endParaRPr lang="en-US"/>
        </a:p>
      </dgm:t>
    </dgm:pt>
    <dgm:pt modelId="{6B8AC442-C4F0-44BF-8F02-6AF53794B3AA}" type="parTrans" cxnId="{C9513ED3-C413-4E67-A8DD-1749B4839D03}">
      <dgm:prSet/>
      <dgm:spPr/>
      <dgm:t>
        <a:bodyPr/>
        <a:lstStyle/>
        <a:p>
          <a:endParaRPr lang="en-US"/>
        </a:p>
      </dgm:t>
    </dgm:pt>
    <dgm:pt modelId="{91032A7E-276F-48E8-A270-EBFC2304A2E1}" type="sibTrans" cxnId="{C9513ED3-C413-4E67-A8DD-1749B4839D03}">
      <dgm:prSet/>
      <dgm:spPr/>
      <dgm:t>
        <a:bodyPr/>
        <a:lstStyle/>
        <a:p>
          <a:endParaRPr lang="en-US"/>
        </a:p>
      </dgm:t>
    </dgm:pt>
    <dgm:pt modelId="{15685321-5DBC-4396-B1E7-5609701D2C34}">
      <dgm:prSet/>
      <dgm:spPr/>
      <dgm:t>
        <a:bodyPr/>
        <a:lstStyle/>
        <a:p>
          <a:r>
            <a:rPr lang="fr-CH"/>
            <a:t>Technologies utilisées</a:t>
          </a:r>
          <a:endParaRPr lang="en-US"/>
        </a:p>
      </dgm:t>
    </dgm:pt>
    <dgm:pt modelId="{933A1BD8-1222-421E-A923-C0281AF8E521}" type="parTrans" cxnId="{946DDF3E-3651-4A1E-8681-29FB381ABE44}">
      <dgm:prSet/>
      <dgm:spPr/>
      <dgm:t>
        <a:bodyPr/>
        <a:lstStyle/>
        <a:p>
          <a:endParaRPr lang="en-US"/>
        </a:p>
      </dgm:t>
    </dgm:pt>
    <dgm:pt modelId="{1A7A8CB5-DD9D-4924-9C81-D15E4AF0DF9D}" type="sibTrans" cxnId="{946DDF3E-3651-4A1E-8681-29FB381ABE44}">
      <dgm:prSet/>
      <dgm:spPr/>
      <dgm:t>
        <a:bodyPr/>
        <a:lstStyle/>
        <a:p>
          <a:endParaRPr lang="en-US"/>
        </a:p>
      </dgm:t>
    </dgm:pt>
    <dgm:pt modelId="{1DF71F25-DD71-482C-9B36-55E664738D5E}">
      <dgm:prSet/>
      <dgm:spPr/>
      <dgm:t>
        <a:bodyPr/>
        <a:lstStyle/>
        <a:p>
          <a:r>
            <a:rPr lang="fr-CH"/>
            <a:t>Organisation et suivis</a:t>
          </a:r>
          <a:endParaRPr lang="en-US"/>
        </a:p>
      </dgm:t>
    </dgm:pt>
    <dgm:pt modelId="{4286BB1C-AD0A-42B5-BA75-0DA85CE1B87A}" type="parTrans" cxnId="{E7116039-28CC-4EA7-8465-FCEE01D2B379}">
      <dgm:prSet/>
      <dgm:spPr/>
      <dgm:t>
        <a:bodyPr/>
        <a:lstStyle/>
        <a:p>
          <a:endParaRPr lang="en-US"/>
        </a:p>
      </dgm:t>
    </dgm:pt>
    <dgm:pt modelId="{6E194F01-0A84-4A78-B3CA-72755D8B9F9F}" type="sibTrans" cxnId="{E7116039-28CC-4EA7-8465-FCEE01D2B379}">
      <dgm:prSet/>
      <dgm:spPr/>
      <dgm:t>
        <a:bodyPr/>
        <a:lstStyle/>
        <a:p>
          <a:endParaRPr lang="en-US"/>
        </a:p>
      </dgm:t>
    </dgm:pt>
    <dgm:pt modelId="{FBE33700-0004-44F4-91CD-EF1A2F184A84}">
      <dgm:prSet/>
      <dgm:spPr/>
      <dgm:t>
        <a:bodyPr/>
        <a:lstStyle/>
        <a:p>
          <a:r>
            <a:rPr lang="fr-CH"/>
            <a:t>Conclusion</a:t>
          </a:r>
          <a:endParaRPr lang="en-US"/>
        </a:p>
      </dgm:t>
    </dgm:pt>
    <dgm:pt modelId="{CEA86F5C-B294-43E0-84B3-29825FD052E1}" type="parTrans" cxnId="{3DA2686B-5BE5-4004-B566-206714034031}">
      <dgm:prSet/>
      <dgm:spPr/>
      <dgm:t>
        <a:bodyPr/>
        <a:lstStyle/>
        <a:p>
          <a:endParaRPr lang="en-US"/>
        </a:p>
      </dgm:t>
    </dgm:pt>
    <dgm:pt modelId="{403D8DF2-8D03-4DF4-A046-80B8C1D339FB}" type="sibTrans" cxnId="{3DA2686B-5BE5-4004-B566-206714034031}">
      <dgm:prSet/>
      <dgm:spPr/>
      <dgm:t>
        <a:bodyPr/>
        <a:lstStyle/>
        <a:p>
          <a:endParaRPr lang="en-US"/>
        </a:p>
      </dgm:t>
    </dgm:pt>
    <dgm:pt modelId="{0112550C-64CD-44C2-AE48-3026C72E2CDD}">
      <dgm:prSet/>
      <dgm:spPr/>
      <dgm:t>
        <a:bodyPr/>
        <a:lstStyle/>
        <a:p>
          <a:r>
            <a:rPr lang="fr-CH"/>
            <a:t>Questions / Remerciements</a:t>
          </a:r>
          <a:endParaRPr lang="en-US"/>
        </a:p>
      </dgm:t>
    </dgm:pt>
    <dgm:pt modelId="{A68CDB11-4F65-41D6-991B-5A9A65391772}" type="parTrans" cxnId="{CE67124F-A32A-41CB-9ABE-C4483994CC1F}">
      <dgm:prSet/>
      <dgm:spPr/>
      <dgm:t>
        <a:bodyPr/>
        <a:lstStyle/>
        <a:p>
          <a:endParaRPr lang="en-US"/>
        </a:p>
      </dgm:t>
    </dgm:pt>
    <dgm:pt modelId="{E8188721-709A-400C-8378-447A3CE44E10}" type="sibTrans" cxnId="{CE67124F-A32A-41CB-9ABE-C4483994CC1F}">
      <dgm:prSet/>
      <dgm:spPr/>
      <dgm:t>
        <a:bodyPr/>
        <a:lstStyle/>
        <a:p>
          <a:endParaRPr lang="en-US"/>
        </a:p>
      </dgm:t>
    </dgm:pt>
    <dgm:pt modelId="{0746C297-1C9C-4039-B880-F4E8E9E5745A}">
      <dgm:prSet/>
      <dgm:spPr/>
      <dgm:t>
        <a:bodyPr/>
        <a:lstStyle/>
        <a:p>
          <a:r>
            <a:rPr lang="en-US"/>
            <a:t>Architecture du système</a:t>
          </a:r>
        </a:p>
      </dgm:t>
    </dgm:pt>
    <dgm:pt modelId="{BB2CA5C4-C48E-4994-9EC4-14002C62D4B3}" type="parTrans" cxnId="{422D988C-49A2-49CF-BA9F-EAFE2CA804AC}">
      <dgm:prSet/>
      <dgm:spPr/>
    </dgm:pt>
    <dgm:pt modelId="{D4CFB5B4-674C-4910-8A0A-7726490B4423}" type="sibTrans" cxnId="{422D988C-49A2-49CF-BA9F-EAFE2CA804AC}">
      <dgm:prSet/>
      <dgm:spPr/>
    </dgm:pt>
    <dgm:pt modelId="{06CB018C-2FCB-4982-86DF-33679BDA3E45}">
      <dgm:prSet/>
      <dgm:spPr/>
      <dgm:t>
        <a:bodyPr/>
        <a:lstStyle/>
        <a:p>
          <a:pPr>
            <a:buNone/>
          </a:pPr>
          <a:r>
            <a:rPr lang="fr-CH"/>
            <a:t>Descente de code</a:t>
          </a:r>
          <a:endParaRPr lang="en-US"/>
        </a:p>
      </dgm:t>
    </dgm:pt>
    <dgm:pt modelId="{5FA71D42-E9A1-41B6-B437-EBACD9C91156}" type="parTrans" cxnId="{66934FDD-181C-4B3C-9984-21B723E35F23}">
      <dgm:prSet/>
      <dgm:spPr/>
    </dgm:pt>
    <dgm:pt modelId="{9772DF4D-2AE7-4961-ADD8-4B10B75DED03}" type="sibTrans" cxnId="{66934FDD-181C-4B3C-9984-21B723E35F23}">
      <dgm:prSet/>
      <dgm:spPr/>
    </dgm:pt>
    <dgm:pt modelId="{AF940945-1882-4F2B-9B34-89DCEC1B50EC}">
      <dgm:prSet/>
      <dgm:spPr/>
      <dgm:t>
        <a:bodyPr/>
        <a:lstStyle/>
        <a:p>
          <a:r>
            <a:rPr lang="fr-CH"/>
            <a:t>Démonstration</a:t>
          </a:r>
          <a:endParaRPr lang="en-US"/>
        </a:p>
      </dgm:t>
    </dgm:pt>
    <dgm:pt modelId="{41671C7F-AF27-478F-A565-823772CA1E36}" type="parTrans" cxnId="{958CB553-5023-4938-84E7-1DC01D86A05B}">
      <dgm:prSet/>
      <dgm:spPr/>
    </dgm:pt>
    <dgm:pt modelId="{07C7EF4A-07D5-4E72-A807-3A8F0FBFAE43}" type="sibTrans" cxnId="{958CB553-5023-4938-84E7-1DC01D86A05B}">
      <dgm:prSet/>
      <dgm:spPr/>
    </dgm:pt>
    <dgm:pt modelId="{AB8AC16F-5A1B-4897-A919-4D43734BE103}" type="pres">
      <dgm:prSet presAssocID="{3C2166D9-E65C-4906-BD28-45C314B89606}" presName="linear" presStyleCnt="0">
        <dgm:presLayoutVars>
          <dgm:animLvl val="lvl"/>
          <dgm:resizeHandles val="exact"/>
        </dgm:presLayoutVars>
      </dgm:prSet>
      <dgm:spPr/>
    </dgm:pt>
    <dgm:pt modelId="{62BCDA82-D8C2-4272-B642-9F66E22F8F48}" type="pres">
      <dgm:prSet presAssocID="{F844B7E3-DC11-442F-B547-2678FD1E7BAD}" presName="parentText" presStyleLbl="node1" presStyleIdx="0" presStyleCnt="11">
        <dgm:presLayoutVars>
          <dgm:chMax val="0"/>
          <dgm:bulletEnabled val="1"/>
        </dgm:presLayoutVars>
      </dgm:prSet>
      <dgm:spPr/>
    </dgm:pt>
    <dgm:pt modelId="{D026D05F-5B5F-414A-9E7D-E04FB2FB4668}" type="pres">
      <dgm:prSet presAssocID="{67816DF2-FF3F-49F0-8A3D-4202EAFB44BB}" presName="spacer" presStyleCnt="0"/>
      <dgm:spPr/>
    </dgm:pt>
    <dgm:pt modelId="{6D1538DC-13A9-46C9-8612-CDE34B068163}" type="pres">
      <dgm:prSet presAssocID="{0F675C13-2708-4033-B6E1-CB4060A3674D}" presName="parentText" presStyleLbl="node1" presStyleIdx="1" presStyleCnt="11">
        <dgm:presLayoutVars>
          <dgm:chMax val="0"/>
          <dgm:bulletEnabled val="1"/>
        </dgm:presLayoutVars>
      </dgm:prSet>
      <dgm:spPr/>
    </dgm:pt>
    <dgm:pt modelId="{2D3F27EF-254A-4DC1-A31B-46FAA0BF08A1}" type="pres">
      <dgm:prSet presAssocID="{FB8BA18B-8903-4F65-9E9E-5FDCA2C07413}" presName="spacer" presStyleCnt="0"/>
      <dgm:spPr/>
    </dgm:pt>
    <dgm:pt modelId="{E028A5E1-61DB-47F9-82CC-7944C6696D75}" type="pres">
      <dgm:prSet presAssocID="{0746C297-1C9C-4039-B880-F4E8E9E5745A}" presName="parentText" presStyleLbl="node1" presStyleIdx="2" presStyleCnt="11">
        <dgm:presLayoutVars>
          <dgm:chMax val="0"/>
          <dgm:bulletEnabled val="1"/>
        </dgm:presLayoutVars>
      </dgm:prSet>
      <dgm:spPr/>
    </dgm:pt>
    <dgm:pt modelId="{353F0A1D-3557-4618-9DF4-DB54FDEB8733}" type="pres">
      <dgm:prSet presAssocID="{D4CFB5B4-674C-4910-8A0A-7726490B4423}" presName="spacer" presStyleCnt="0"/>
      <dgm:spPr/>
    </dgm:pt>
    <dgm:pt modelId="{B643E920-F087-47B4-B5A5-9F08C287B3FA}" type="pres">
      <dgm:prSet presAssocID="{E23A4BA0-DAC8-4818-B018-5CF23B20F464}" presName="parentText" presStyleLbl="node1" presStyleIdx="3" presStyleCnt="11">
        <dgm:presLayoutVars>
          <dgm:chMax val="0"/>
          <dgm:bulletEnabled val="1"/>
        </dgm:presLayoutVars>
      </dgm:prSet>
      <dgm:spPr/>
    </dgm:pt>
    <dgm:pt modelId="{2FC7EC78-AF3C-4FDD-8FAE-79B2FDA5853A}" type="pres">
      <dgm:prSet presAssocID="{4B45B83D-0F43-4B7B-9BA7-89E439711C9A}" presName="spacer" presStyleCnt="0"/>
      <dgm:spPr/>
    </dgm:pt>
    <dgm:pt modelId="{97A645D4-BCCB-4BF6-B6C4-18CA775A7FCF}" type="pres">
      <dgm:prSet presAssocID="{B1C58175-0322-4757-9238-31356F56DE8A}" presName="parentText" presStyleLbl="node1" presStyleIdx="4" presStyleCnt="11">
        <dgm:presLayoutVars>
          <dgm:chMax val="0"/>
          <dgm:bulletEnabled val="1"/>
        </dgm:presLayoutVars>
      </dgm:prSet>
      <dgm:spPr/>
    </dgm:pt>
    <dgm:pt modelId="{7E342168-E903-4323-881E-9F8F18621184}" type="pres">
      <dgm:prSet presAssocID="{91032A7E-276F-48E8-A270-EBFC2304A2E1}" presName="spacer" presStyleCnt="0"/>
      <dgm:spPr/>
    </dgm:pt>
    <dgm:pt modelId="{82B2C831-2F86-4014-8099-5A62F48FE862}" type="pres">
      <dgm:prSet presAssocID="{15685321-5DBC-4396-B1E7-5609701D2C34}" presName="parentText" presStyleLbl="node1" presStyleIdx="5" presStyleCnt="11">
        <dgm:presLayoutVars>
          <dgm:chMax val="0"/>
          <dgm:bulletEnabled val="1"/>
        </dgm:presLayoutVars>
      </dgm:prSet>
      <dgm:spPr/>
    </dgm:pt>
    <dgm:pt modelId="{6D224C22-487F-4C76-A6B7-EFCF93AD3B0E}" type="pres">
      <dgm:prSet presAssocID="{1A7A8CB5-DD9D-4924-9C81-D15E4AF0DF9D}" presName="spacer" presStyleCnt="0"/>
      <dgm:spPr/>
    </dgm:pt>
    <dgm:pt modelId="{9251191A-660A-421A-9030-A836D7185436}" type="pres">
      <dgm:prSet presAssocID="{06CB018C-2FCB-4982-86DF-33679BDA3E45}" presName="parentText" presStyleLbl="node1" presStyleIdx="6" presStyleCnt="11">
        <dgm:presLayoutVars>
          <dgm:chMax val="0"/>
          <dgm:bulletEnabled val="1"/>
        </dgm:presLayoutVars>
      </dgm:prSet>
      <dgm:spPr/>
    </dgm:pt>
    <dgm:pt modelId="{4FAF6187-51D2-4E07-98F6-93164D854493}" type="pres">
      <dgm:prSet presAssocID="{9772DF4D-2AE7-4961-ADD8-4B10B75DED03}" presName="spacer" presStyleCnt="0"/>
      <dgm:spPr/>
    </dgm:pt>
    <dgm:pt modelId="{658C506A-230D-47B2-987F-3F47C564EC61}" type="pres">
      <dgm:prSet presAssocID="{1DF71F25-DD71-482C-9B36-55E664738D5E}" presName="parentText" presStyleLbl="node1" presStyleIdx="7" presStyleCnt="11">
        <dgm:presLayoutVars>
          <dgm:chMax val="0"/>
          <dgm:bulletEnabled val="1"/>
        </dgm:presLayoutVars>
      </dgm:prSet>
      <dgm:spPr/>
    </dgm:pt>
    <dgm:pt modelId="{60D44658-18E1-4CCE-8B08-C05FA0CC3EF1}" type="pres">
      <dgm:prSet presAssocID="{6E194F01-0A84-4A78-B3CA-72755D8B9F9F}" presName="spacer" presStyleCnt="0"/>
      <dgm:spPr/>
    </dgm:pt>
    <dgm:pt modelId="{2A8BF066-E4EC-433A-9FDC-8D39262C701C}" type="pres">
      <dgm:prSet presAssocID="{FBE33700-0004-44F4-91CD-EF1A2F184A84}" presName="parentText" presStyleLbl="node1" presStyleIdx="8" presStyleCnt="11">
        <dgm:presLayoutVars>
          <dgm:chMax val="0"/>
          <dgm:bulletEnabled val="1"/>
        </dgm:presLayoutVars>
      </dgm:prSet>
      <dgm:spPr/>
    </dgm:pt>
    <dgm:pt modelId="{6852FB4F-04C0-4758-9B6E-B6A619D67924}" type="pres">
      <dgm:prSet presAssocID="{403D8DF2-8D03-4DF4-A046-80B8C1D339FB}" presName="spacer" presStyleCnt="0"/>
      <dgm:spPr/>
    </dgm:pt>
    <dgm:pt modelId="{181E1EA8-262A-4DC5-BA6C-18D8D95426EA}" type="pres">
      <dgm:prSet presAssocID="{0112550C-64CD-44C2-AE48-3026C72E2CDD}" presName="parentText" presStyleLbl="node1" presStyleIdx="9" presStyleCnt="11">
        <dgm:presLayoutVars>
          <dgm:chMax val="0"/>
          <dgm:bulletEnabled val="1"/>
        </dgm:presLayoutVars>
      </dgm:prSet>
      <dgm:spPr/>
    </dgm:pt>
    <dgm:pt modelId="{ECB231AF-B71A-4723-8B2D-A2195ECAB6AC}" type="pres">
      <dgm:prSet presAssocID="{E8188721-709A-400C-8378-447A3CE44E10}" presName="spacer" presStyleCnt="0"/>
      <dgm:spPr/>
    </dgm:pt>
    <dgm:pt modelId="{6A2BE498-EB68-4E6C-83A1-13D50DE93073}" type="pres">
      <dgm:prSet presAssocID="{AF940945-1882-4F2B-9B34-89DCEC1B50EC}" presName="parentText" presStyleLbl="node1" presStyleIdx="10" presStyleCnt="11">
        <dgm:presLayoutVars>
          <dgm:chMax val="0"/>
          <dgm:bulletEnabled val="1"/>
        </dgm:presLayoutVars>
      </dgm:prSet>
      <dgm:spPr/>
    </dgm:pt>
  </dgm:ptLst>
  <dgm:cxnLst>
    <dgm:cxn modelId="{5BEA3C1A-5D12-40CC-8BCB-DA9BEE899868}" type="presOf" srcId="{E23A4BA0-DAC8-4818-B018-5CF23B20F464}" destId="{B643E920-F087-47B4-B5A5-9F08C287B3FA}" srcOrd="0" destOrd="0" presId="urn:microsoft.com/office/officeart/2005/8/layout/vList2"/>
    <dgm:cxn modelId="{D0C3682C-6394-475E-937E-21A7C1E9DF55}" type="presOf" srcId="{15685321-5DBC-4396-B1E7-5609701D2C34}" destId="{82B2C831-2F86-4014-8099-5A62F48FE862}" srcOrd="0" destOrd="0" presId="urn:microsoft.com/office/officeart/2005/8/layout/vList2"/>
    <dgm:cxn modelId="{E7116039-28CC-4EA7-8465-FCEE01D2B379}" srcId="{3C2166D9-E65C-4906-BD28-45C314B89606}" destId="{1DF71F25-DD71-482C-9B36-55E664738D5E}" srcOrd="7" destOrd="0" parTransId="{4286BB1C-AD0A-42B5-BA75-0DA85CE1B87A}" sibTransId="{6E194F01-0A84-4A78-B3CA-72755D8B9F9F}"/>
    <dgm:cxn modelId="{EB06073A-CB69-4229-84D8-13AE51328790}" type="presOf" srcId="{1DF71F25-DD71-482C-9B36-55E664738D5E}" destId="{658C506A-230D-47B2-987F-3F47C564EC61}" srcOrd="0" destOrd="0" presId="urn:microsoft.com/office/officeart/2005/8/layout/vList2"/>
    <dgm:cxn modelId="{946DDF3E-3651-4A1E-8681-29FB381ABE44}" srcId="{3C2166D9-E65C-4906-BD28-45C314B89606}" destId="{15685321-5DBC-4396-B1E7-5609701D2C34}" srcOrd="5" destOrd="0" parTransId="{933A1BD8-1222-421E-A923-C0281AF8E521}" sibTransId="{1A7A8CB5-DD9D-4924-9C81-D15E4AF0DF9D}"/>
    <dgm:cxn modelId="{2D354342-C62E-4414-8B23-C23AFFAEC470}" type="presOf" srcId="{06CB018C-2FCB-4982-86DF-33679BDA3E45}" destId="{9251191A-660A-421A-9030-A836D7185436}" srcOrd="0" destOrd="0" presId="urn:microsoft.com/office/officeart/2005/8/layout/vList2"/>
    <dgm:cxn modelId="{3DA2686B-5BE5-4004-B566-206714034031}" srcId="{3C2166D9-E65C-4906-BD28-45C314B89606}" destId="{FBE33700-0004-44F4-91CD-EF1A2F184A84}" srcOrd="8" destOrd="0" parTransId="{CEA86F5C-B294-43E0-84B3-29825FD052E1}" sibTransId="{403D8DF2-8D03-4DF4-A046-80B8C1D339FB}"/>
    <dgm:cxn modelId="{AD84164C-9D49-4AD3-A9B0-64F73053F4BB}" srcId="{3C2166D9-E65C-4906-BD28-45C314B89606}" destId="{0F675C13-2708-4033-B6E1-CB4060A3674D}" srcOrd="1" destOrd="0" parTransId="{8707006E-8D69-4F0F-888D-6CAA00F35BC9}" sibTransId="{FB8BA18B-8903-4F65-9E9E-5FDCA2C07413}"/>
    <dgm:cxn modelId="{2A04806E-3849-4C8C-B7E9-05688AD30F5F}" srcId="{3C2166D9-E65C-4906-BD28-45C314B89606}" destId="{E23A4BA0-DAC8-4818-B018-5CF23B20F464}" srcOrd="3" destOrd="0" parTransId="{B8939659-C48D-41A4-921E-2C5CB6DE5E51}" sibTransId="{4B45B83D-0F43-4B7B-9BA7-89E439711C9A}"/>
    <dgm:cxn modelId="{CE67124F-A32A-41CB-9ABE-C4483994CC1F}" srcId="{3C2166D9-E65C-4906-BD28-45C314B89606}" destId="{0112550C-64CD-44C2-AE48-3026C72E2CDD}" srcOrd="9" destOrd="0" parTransId="{A68CDB11-4F65-41D6-991B-5A9A65391772}" sibTransId="{E8188721-709A-400C-8378-447A3CE44E10}"/>
    <dgm:cxn modelId="{958CB553-5023-4938-84E7-1DC01D86A05B}" srcId="{3C2166D9-E65C-4906-BD28-45C314B89606}" destId="{AF940945-1882-4F2B-9B34-89DCEC1B50EC}" srcOrd="10" destOrd="0" parTransId="{41671C7F-AF27-478F-A565-823772CA1E36}" sibTransId="{07C7EF4A-07D5-4E72-A807-3A8F0FBFAE43}"/>
    <dgm:cxn modelId="{B754FF59-548D-4013-B1E6-508ABC68C1A4}" type="presOf" srcId="{3C2166D9-E65C-4906-BD28-45C314B89606}" destId="{AB8AC16F-5A1B-4897-A919-4D43734BE103}" srcOrd="0" destOrd="0" presId="urn:microsoft.com/office/officeart/2005/8/layout/vList2"/>
    <dgm:cxn modelId="{422D988C-49A2-49CF-BA9F-EAFE2CA804AC}" srcId="{3C2166D9-E65C-4906-BD28-45C314B89606}" destId="{0746C297-1C9C-4039-B880-F4E8E9E5745A}" srcOrd="2" destOrd="0" parTransId="{BB2CA5C4-C48E-4994-9EC4-14002C62D4B3}" sibTransId="{D4CFB5B4-674C-4910-8A0A-7726490B4423}"/>
    <dgm:cxn modelId="{A485958D-7138-4148-AF9B-BFBA82329E4B}" type="presOf" srcId="{FBE33700-0004-44F4-91CD-EF1A2F184A84}" destId="{2A8BF066-E4EC-433A-9FDC-8D39262C701C}" srcOrd="0" destOrd="0" presId="urn:microsoft.com/office/officeart/2005/8/layout/vList2"/>
    <dgm:cxn modelId="{921ED190-90A4-4A5D-89D6-73CDBADF8A5B}" type="presOf" srcId="{0F675C13-2708-4033-B6E1-CB4060A3674D}" destId="{6D1538DC-13A9-46C9-8612-CDE34B068163}" srcOrd="0" destOrd="0" presId="urn:microsoft.com/office/officeart/2005/8/layout/vList2"/>
    <dgm:cxn modelId="{6B741192-59F8-4AE0-B5E0-9FE1B2BC8C0B}" type="presOf" srcId="{0112550C-64CD-44C2-AE48-3026C72E2CDD}" destId="{181E1EA8-262A-4DC5-BA6C-18D8D95426EA}" srcOrd="0" destOrd="0" presId="urn:microsoft.com/office/officeart/2005/8/layout/vList2"/>
    <dgm:cxn modelId="{C7AA0194-5D54-4E22-AC9F-0BC55E1B80AD}" type="presOf" srcId="{F844B7E3-DC11-442F-B547-2678FD1E7BAD}" destId="{62BCDA82-D8C2-4272-B642-9F66E22F8F48}" srcOrd="0" destOrd="0" presId="urn:microsoft.com/office/officeart/2005/8/layout/vList2"/>
    <dgm:cxn modelId="{EE4D0F9E-3375-43AE-AC8C-5291C68B1E7D}" srcId="{3C2166D9-E65C-4906-BD28-45C314B89606}" destId="{F844B7E3-DC11-442F-B547-2678FD1E7BAD}" srcOrd="0" destOrd="0" parTransId="{D6B797A6-FF24-45A4-92E3-C8BE8DCDAC6F}" sibTransId="{67816DF2-FF3F-49F0-8A3D-4202EAFB44BB}"/>
    <dgm:cxn modelId="{D8A6CAA7-3A3E-4372-A10C-DDA964AE3E10}" type="presOf" srcId="{B1C58175-0322-4757-9238-31356F56DE8A}" destId="{97A645D4-BCCB-4BF6-B6C4-18CA775A7FCF}" srcOrd="0" destOrd="0" presId="urn:microsoft.com/office/officeart/2005/8/layout/vList2"/>
    <dgm:cxn modelId="{003920C5-1A8B-4259-BA84-A54F9F944164}" type="presOf" srcId="{0746C297-1C9C-4039-B880-F4E8E9E5745A}" destId="{E028A5E1-61DB-47F9-82CC-7944C6696D75}" srcOrd="0" destOrd="0" presId="urn:microsoft.com/office/officeart/2005/8/layout/vList2"/>
    <dgm:cxn modelId="{C9513ED3-C413-4E67-A8DD-1749B4839D03}" srcId="{3C2166D9-E65C-4906-BD28-45C314B89606}" destId="{B1C58175-0322-4757-9238-31356F56DE8A}" srcOrd="4" destOrd="0" parTransId="{6B8AC442-C4F0-44BF-8F02-6AF53794B3AA}" sibTransId="{91032A7E-276F-48E8-A270-EBFC2304A2E1}"/>
    <dgm:cxn modelId="{66934FDD-181C-4B3C-9984-21B723E35F23}" srcId="{3C2166D9-E65C-4906-BD28-45C314B89606}" destId="{06CB018C-2FCB-4982-86DF-33679BDA3E45}" srcOrd="6" destOrd="0" parTransId="{5FA71D42-E9A1-41B6-B437-EBACD9C91156}" sibTransId="{9772DF4D-2AE7-4961-ADD8-4B10B75DED03}"/>
    <dgm:cxn modelId="{1846D4F7-3BA8-47B0-8CC9-F17392F5545C}" type="presOf" srcId="{AF940945-1882-4F2B-9B34-89DCEC1B50EC}" destId="{6A2BE498-EB68-4E6C-83A1-13D50DE93073}" srcOrd="0" destOrd="0" presId="urn:microsoft.com/office/officeart/2005/8/layout/vList2"/>
    <dgm:cxn modelId="{13CD8019-36C2-4D8D-88E3-A1B704A48587}" type="presParOf" srcId="{AB8AC16F-5A1B-4897-A919-4D43734BE103}" destId="{62BCDA82-D8C2-4272-B642-9F66E22F8F48}" srcOrd="0" destOrd="0" presId="urn:microsoft.com/office/officeart/2005/8/layout/vList2"/>
    <dgm:cxn modelId="{1232C2B6-45A9-4ECE-85D5-27A209F02028}" type="presParOf" srcId="{AB8AC16F-5A1B-4897-A919-4D43734BE103}" destId="{D026D05F-5B5F-414A-9E7D-E04FB2FB4668}" srcOrd="1" destOrd="0" presId="urn:microsoft.com/office/officeart/2005/8/layout/vList2"/>
    <dgm:cxn modelId="{ACB3A08A-825C-46A5-A2A4-2CC15A2D0307}" type="presParOf" srcId="{AB8AC16F-5A1B-4897-A919-4D43734BE103}" destId="{6D1538DC-13A9-46C9-8612-CDE34B068163}" srcOrd="2" destOrd="0" presId="urn:microsoft.com/office/officeart/2005/8/layout/vList2"/>
    <dgm:cxn modelId="{EA0780B1-0585-464A-8171-8333A2728D66}" type="presParOf" srcId="{AB8AC16F-5A1B-4897-A919-4D43734BE103}" destId="{2D3F27EF-254A-4DC1-A31B-46FAA0BF08A1}" srcOrd="3" destOrd="0" presId="urn:microsoft.com/office/officeart/2005/8/layout/vList2"/>
    <dgm:cxn modelId="{47E3D7BD-501A-4575-A2CA-457C87F2C372}" type="presParOf" srcId="{AB8AC16F-5A1B-4897-A919-4D43734BE103}" destId="{E028A5E1-61DB-47F9-82CC-7944C6696D75}" srcOrd="4" destOrd="0" presId="urn:microsoft.com/office/officeart/2005/8/layout/vList2"/>
    <dgm:cxn modelId="{D0A24E8A-8C9D-4DBA-9CB4-A7A8B5DC9B7C}" type="presParOf" srcId="{AB8AC16F-5A1B-4897-A919-4D43734BE103}" destId="{353F0A1D-3557-4618-9DF4-DB54FDEB8733}" srcOrd="5" destOrd="0" presId="urn:microsoft.com/office/officeart/2005/8/layout/vList2"/>
    <dgm:cxn modelId="{CFBAD992-6360-4A0C-91CF-8957998CDF8C}" type="presParOf" srcId="{AB8AC16F-5A1B-4897-A919-4D43734BE103}" destId="{B643E920-F087-47B4-B5A5-9F08C287B3FA}" srcOrd="6" destOrd="0" presId="urn:microsoft.com/office/officeart/2005/8/layout/vList2"/>
    <dgm:cxn modelId="{7A04E03F-5A89-4207-8B62-D2F7790E56EE}" type="presParOf" srcId="{AB8AC16F-5A1B-4897-A919-4D43734BE103}" destId="{2FC7EC78-AF3C-4FDD-8FAE-79B2FDA5853A}" srcOrd="7" destOrd="0" presId="urn:microsoft.com/office/officeart/2005/8/layout/vList2"/>
    <dgm:cxn modelId="{86CE0386-6886-4C08-A8AE-2021CA6D08ED}" type="presParOf" srcId="{AB8AC16F-5A1B-4897-A919-4D43734BE103}" destId="{97A645D4-BCCB-4BF6-B6C4-18CA775A7FCF}" srcOrd="8" destOrd="0" presId="urn:microsoft.com/office/officeart/2005/8/layout/vList2"/>
    <dgm:cxn modelId="{435FC8C2-4319-4E95-B1BB-CDE024A02F53}" type="presParOf" srcId="{AB8AC16F-5A1B-4897-A919-4D43734BE103}" destId="{7E342168-E903-4323-881E-9F8F18621184}" srcOrd="9" destOrd="0" presId="urn:microsoft.com/office/officeart/2005/8/layout/vList2"/>
    <dgm:cxn modelId="{D5902ED9-A37A-4169-807D-FC43F2BB71FA}" type="presParOf" srcId="{AB8AC16F-5A1B-4897-A919-4D43734BE103}" destId="{82B2C831-2F86-4014-8099-5A62F48FE862}" srcOrd="10" destOrd="0" presId="urn:microsoft.com/office/officeart/2005/8/layout/vList2"/>
    <dgm:cxn modelId="{2B809D7F-44E8-4945-A55C-A2FBB427009D}" type="presParOf" srcId="{AB8AC16F-5A1B-4897-A919-4D43734BE103}" destId="{6D224C22-487F-4C76-A6B7-EFCF93AD3B0E}" srcOrd="11" destOrd="0" presId="urn:microsoft.com/office/officeart/2005/8/layout/vList2"/>
    <dgm:cxn modelId="{C1FC8365-058A-48C8-A964-D0BC6720D0D0}" type="presParOf" srcId="{AB8AC16F-5A1B-4897-A919-4D43734BE103}" destId="{9251191A-660A-421A-9030-A836D7185436}" srcOrd="12" destOrd="0" presId="urn:microsoft.com/office/officeart/2005/8/layout/vList2"/>
    <dgm:cxn modelId="{AB05B9F4-2179-475B-81F8-131995E40DE0}" type="presParOf" srcId="{AB8AC16F-5A1B-4897-A919-4D43734BE103}" destId="{4FAF6187-51D2-4E07-98F6-93164D854493}" srcOrd="13" destOrd="0" presId="urn:microsoft.com/office/officeart/2005/8/layout/vList2"/>
    <dgm:cxn modelId="{D927A2BD-0A7D-49CD-8FEC-F0ED5F868E64}" type="presParOf" srcId="{AB8AC16F-5A1B-4897-A919-4D43734BE103}" destId="{658C506A-230D-47B2-987F-3F47C564EC61}" srcOrd="14" destOrd="0" presId="urn:microsoft.com/office/officeart/2005/8/layout/vList2"/>
    <dgm:cxn modelId="{2E95082A-9495-486C-9088-16AEE19A877E}" type="presParOf" srcId="{AB8AC16F-5A1B-4897-A919-4D43734BE103}" destId="{60D44658-18E1-4CCE-8B08-C05FA0CC3EF1}" srcOrd="15" destOrd="0" presId="urn:microsoft.com/office/officeart/2005/8/layout/vList2"/>
    <dgm:cxn modelId="{C73A09B5-F8D8-404A-9879-D5AA547B76D9}" type="presParOf" srcId="{AB8AC16F-5A1B-4897-A919-4D43734BE103}" destId="{2A8BF066-E4EC-433A-9FDC-8D39262C701C}" srcOrd="16" destOrd="0" presId="urn:microsoft.com/office/officeart/2005/8/layout/vList2"/>
    <dgm:cxn modelId="{02B68D71-2263-4738-A148-C70AF5D061F4}" type="presParOf" srcId="{AB8AC16F-5A1B-4897-A919-4D43734BE103}" destId="{6852FB4F-04C0-4758-9B6E-B6A619D67924}" srcOrd="17" destOrd="0" presId="urn:microsoft.com/office/officeart/2005/8/layout/vList2"/>
    <dgm:cxn modelId="{1C87224D-4627-47E8-B85F-222F21F0269E}" type="presParOf" srcId="{AB8AC16F-5A1B-4897-A919-4D43734BE103}" destId="{181E1EA8-262A-4DC5-BA6C-18D8D95426EA}" srcOrd="18" destOrd="0" presId="urn:microsoft.com/office/officeart/2005/8/layout/vList2"/>
    <dgm:cxn modelId="{BF69D06D-D0F8-4E3F-86B4-B7B4629B0CF1}" type="presParOf" srcId="{AB8AC16F-5A1B-4897-A919-4D43734BE103}" destId="{ECB231AF-B71A-4723-8B2D-A2195ECAB6AC}" srcOrd="19" destOrd="0" presId="urn:microsoft.com/office/officeart/2005/8/layout/vList2"/>
    <dgm:cxn modelId="{6F06F96E-7122-490E-867A-59133993A700}" type="presParOf" srcId="{AB8AC16F-5A1B-4897-A919-4D43734BE103}" destId="{6A2BE498-EB68-4E6C-83A1-13D50DE93073}" srcOrd="2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84FC8-25F4-44D6-8B06-BA709D5254E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8D68C72-7CFB-4720-ADF6-E7C292DEC748}">
      <dgm:prSet custT="1"/>
      <dgm:spPr/>
      <dgm:t>
        <a:bodyPr/>
        <a:lstStyle/>
        <a:p>
          <a:r>
            <a:rPr lang="fr-CH" sz="3200"/>
            <a:t>Arnaud Ramirez </a:t>
          </a:r>
          <a:br>
            <a:rPr lang="fr-CH" sz="3200"/>
          </a:br>
          <a:r>
            <a:rPr lang="fr-CH" sz="3200"/>
            <a:t>Scrum master</a:t>
          </a:r>
          <a:endParaRPr lang="en-US" sz="3200"/>
        </a:p>
      </dgm:t>
    </dgm:pt>
    <dgm:pt modelId="{B564629E-F8FA-4EBA-B155-AE078FDE0DD4}" type="parTrans" cxnId="{747BEB7D-6D5A-4E4C-AC1F-DB0098BC4256}">
      <dgm:prSet/>
      <dgm:spPr/>
      <dgm:t>
        <a:bodyPr/>
        <a:lstStyle/>
        <a:p>
          <a:endParaRPr lang="en-US"/>
        </a:p>
      </dgm:t>
    </dgm:pt>
    <dgm:pt modelId="{CA9E654B-B370-4BED-90CF-D6BCBD0A2934}" type="sibTrans" cxnId="{747BEB7D-6D5A-4E4C-AC1F-DB0098BC4256}">
      <dgm:prSet/>
      <dgm:spPr/>
      <dgm:t>
        <a:bodyPr/>
        <a:lstStyle/>
        <a:p>
          <a:endParaRPr lang="en-US"/>
        </a:p>
      </dgm:t>
    </dgm:pt>
    <dgm:pt modelId="{2CAC0227-67D8-4E8C-ABBC-8D9180771CB0}">
      <dgm:prSet custT="1"/>
      <dgm:spPr/>
      <dgm:t>
        <a:bodyPr/>
        <a:lstStyle/>
        <a:p>
          <a:r>
            <a:rPr lang="fr-CH" sz="3200"/>
            <a:t>Jonas </a:t>
          </a:r>
          <a:r>
            <a:rPr lang="fr-CH" sz="3200" err="1"/>
            <a:t>Deillon</a:t>
          </a:r>
          <a:r>
            <a:rPr lang="fr-CH" sz="3200"/>
            <a:t>  Product </a:t>
          </a:r>
          <a:r>
            <a:rPr lang="fr-CH" sz="3200" err="1"/>
            <a:t>owner</a:t>
          </a:r>
          <a:endParaRPr lang="en-US" sz="3200"/>
        </a:p>
      </dgm:t>
    </dgm:pt>
    <dgm:pt modelId="{19B64D1F-3DF3-4AE1-A9E0-6AF2553B2BEA}" type="parTrans" cxnId="{7BC4A879-2E10-4A13-B7AF-568F9A971B7F}">
      <dgm:prSet/>
      <dgm:spPr/>
      <dgm:t>
        <a:bodyPr/>
        <a:lstStyle/>
        <a:p>
          <a:endParaRPr lang="en-US"/>
        </a:p>
      </dgm:t>
    </dgm:pt>
    <dgm:pt modelId="{39D6DC8A-5F1A-4224-A9FC-E402E1F13341}" type="sibTrans" cxnId="{7BC4A879-2E10-4A13-B7AF-568F9A971B7F}">
      <dgm:prSet/>
      <dgm:spPr/>
      <dgm:t>
        <a:bodyPr/>
        <a:lstStyle/>
        <a:p>
          <a:endParaRPr lang="en-US"/>
        </a:p>
      </dgm:t>
    </dgm:pt>
    <dgm:pt modelId="{71AD2CF7-FD5F-4E96-949C-ECCAEBF23F4D}">
      <dgm:prSet custT="1"/>
      <dgm:spPr/>
      <dgm:t>
        <a:bodyPr/>
        <a:lstStyle/>
        <a:p>
          <a:r>
            <a:rPr lang="fr-CH" sz="3200"/>
            <a:t>Matias Barras Développer</a:t>
          </a:r>
          <a:endParaRPr lang="en-US" sz="3200"/>
        </a:p>
      </dgm:t>
    </dgm:pt>
    <dgm:pt modelId="{F5D3880D-A35F-4FC2-BDE4-B375F050E25E}" type="parTrans" cxnId="{D2BB1203-3F26-4568-B888-27168D186EB2}">
      <dgm:prSet/>
      <dgm:spPr/>
      <dgm:t>
        <a:bodyPr/>
        <a:lstStyle/>
        <a:p>
          <a:endParaRPr lang="en-US"/>
        </a:p>
      </dgm:t>
    </dgm:pt>
    <dgm:pt modelId="{FAD76F39-FE15-4E0C-9BDC-0F6D96082DF2}" type="sibTrans" cxnId="{D2BB1203-3F26-4568-B888-27168D186EB2}">
      <dgm:prSet/>
      <dgm:spPr/>
      <dgm:t>
        <a:bodyPr/>
        <a:lstStyle/>
        <a:p>
          <a:endParaRPr lang="en-US"/>
        </a:p>
      </dgm:t>
    </dgm:pt>
    <dgm:pt modelId="{7C275872-3FEC-47B5-96A8-2B1C1A882BDE}" type="pres">
      <dgm:prSet presAssocID="{E6484FC8-25F4-44D6-8B06-BA709D5254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FFD6DB-8B5F-4CC5-902E-D0AEC43B0E60}" type="pres">
      <dgm:prSet presAssocID="{68D68C72-7CFB-4720-ADF6-E7C292DEC748}" presName="hierRoot1" presStyleCnt="0"/>
      <dgm:spPr/>
    </dgm:pt>
    <dgm:pt modelId="{1414C77C-BDCA-452D-A573-CCD399CFA4C8}" type="pres">
      <dgm:prSet presAssocID="{68D68C72-7CFB-4720-ADF6-E7C292DEC748}" presName="composite" presStyleCnt="0"/>
      <dgm:spPr/>
    </dgm:pt>
    <dgm:pt modelId="{057D3E8B-F342-4ED8-99BE-D83844A93D43}" type="pres">
      <dgm:prSet presAssocID="{68D68C72-7CFB-4720-ADF6-E7C292DEC748}" presName="background" presStyleLbl="node0" presStyleIdx="0" presStyleCnt="3"/>
      <dgm:spPr/>
    </dgm:pt>
    <dgm:pt modelId="{E5A898DB-CCF9-422C-8B0F-E847C3A68F31}" type="pres">
      <dgm:prSet presAssocID="{68D68C72-7CFB-4720-ADF6-E7C292DEC748}" presName="text" presStyleLbl="fgAcc0" presStyleIdx="0" presStyleCnt="3">
        <dgm:presLayoutVars>
          <dgm:chPref val="3"/>
        </dgm:presLayoutVars>
      </dgm:prSet>
      <dgm:spPr/>
    </dgm:pt>
    <dgm:pt modelId="{70BB6BBD-A16C-4EB1-B795-FF89F18C5C75}" type="pres">
      <dgm:prSet presAssocID="{68D68C72-7CFB-4720-ADF6-E7C292DEC748}" presName="hierChild2" presStyleCnt="0"/>
      <dgm:spPr/>
    </dgm:pt>
    <dgm:pt modelId="{7D5151DF-D87E-41DE-9E7A-A26E2975EFCB}" type="pres">
      <dgm:prSet presAssocID="{2CAC0227-67D8-4E8C-ABBC-8D9180771CB0}" presName="hierRoot1" presStyleCnt="0"/>
      <dgm:spPr/>
    </dgm:pt>
    <dgm:pt modelId="{F9D29564-2B25-4EE9-848B-3756D3535C18}" type="pres">
      <dgm:prSet presAssocID="{2CAC0227-67D8-4E8C-ABBC-8D9180771CB0}" presName="composite" presStyleCnt="0"/>
      <dgm:spPr/>
    </dgm:pt>
    <dgm:pt modelId="{B12C90EB-28E8-43D7-9C79-46AC660B5854}" type="pres">
      <dgm:prSet presAssocID="{2CAC0227-67D8-4E8C-ABBC-8D9180771CB0}" presName="background" presStyleLbl="node0" presStyleIdx="1" presStyleCnt="3"/>
      <dgm:spPr/>
    </dgm:pt>
    <dgm:pt modelId="{06F557BD-A9CC-4312-A44F-0A7BEB6B98CC}" type="pres">
      <dgm:prSet presAssocID="{2CAC0227-67D8-4E8C-ABBC-8D9180771CB0}" presName="text" presStyleLbl="fgAcc0" presStyleIdx="1" presStyleCnt="3">
        <dgm:presLayoutVars>
          <dgm:chPref val="3"/>
        </dgm:presLayoutVars>
      </dgm:prSet>
      <dgm:spPr/>
    </dgm:pt>
    <dgm:pt modelId="{06BBF275-4837-4544-81D3-A94BD7FAC3F2}" type="pres">
      <dgm:prSet presAssocID="{2CAC0227-67D8-4E8C-ABBC-8D9180771CB0}" presName="hierChild2" presStyleCnt="0"/>
      <dgm:spPr/>
    </dgm:pt>
    <dgm:pt modelId="{B7398385-EDEB-44EA-A73A-11C69068D158}" type="pres">
      <dgm:prSet presAssocID="{71AD2CF7-FD5F-4E96-949C-ECCAEBF23F4D}" presName="hierRoot1" presStyleCnt="0"/>
      <dgm:spPr/>
    </dgm:pt>
    <dgm:pt modelId="{F7ED6981-8DC7-4738-A33D-9F19206DE511}" type="pres">
      <dgm:prSet presAssocID="{71AD2CF7-FD5F-4E96-949C-ECCAEBF23F4D}" presName="composite" presStyleCnt="0"/>
      <dgm:spPr/>
    </dgm:pt>
    <dgm:pt modelId="{95135AFB-F80D-4A8D-A95E-3B31BC913E9F}" type="pres">
      <dgm:prSet presAssocID="{71AD2CF7-FD5F-4E96-949C-ECCAEBF23F4D}" presName="background" presStyleLbl="node0" presStyleIdx="2" presStyleCnt="3"/>
      <dgm:spPr/>
    </dgm:pt>
    <dgm:pt modelId="{CD0FD278-E96A-4E66-A2AF-AB7CF77147F1}" type="pres">
      <dgm:prSet presAssocID="{71AD2CF7-FD5F-4E96-949C-ECCAEBF23F4D}" presName="text" presStyleLbl="fgAcc0" presStyleIdx="2" presStyleCnt="3">
        <dgm:presLayoutVars>
          <dgm:chPref val="3"/>
        </dgm:presLayoutVars>
      </dgm:prSet>
      <dgm:spPr/>
    </dgm:pt>
    <dgm:pt modelId="{77EBE4F2-5D94-44B9-B935-2A6E43D65F88}" type="pres">
      <dgm:prSet presAssocID="{71AD2CF7-FD5F-4E96-949C-ECCAEBF23F4D}" presName="hierChild2" presStyleCnt="0"/>
      <dgm:spPr/>
    </dgm:pt>
  </dgm:ptLst>
  <dgm:cxnLst>
    <dgm:cxn modelId="{D2BB1203-3F26-4568-B888-27168D186EB2}" srcId="{E6484FC8-25F4-44D6-8B06-BA709D5254E0}" destId="{71AD2CF7-FD5F-4E96-949C-ECCAEBF23F4D}" srcOrd="2" destOrd="0" parTransId="{F5D3880D-A35F-4FC2-BDE4-B375F050E25E}" sibTransId="{FAD76F39-FE15-4E0C-9BDC-0F6D96082DF2}"/>
    <dgm:cxn modelId="{761AE245-10A8-467A-93E5-6B8F57552487}" type="presOf" srcId="{68D68C72-7CFB-4720-ADF6-E7C292DEC748}" destId="{E5A898DB-CCF9-422C-8B0F-E847C3A68F31}" srcOrd="0" destOrd="0" presId="urn:microsoft.com/office/officeart/2005/8/layout/hierarchy1"/>
    <dgm:cxn modelId="{7BC4A879-2E10-4A13-B7AF-568F9A971B7F}" srcId="{E6484FC8-25F4-44D6-8B06-BA709D5254E0}" destId="{2CAC0227-67D8-4E8C-ABBC-8D9180771CB0}" srcOrd="1" destOrd="0" parTransId="{19B64D1F-3DF3-4AE1-A9E0-6AF2553B2BEA}" sibTransId="{39D6DC8A-5F1A-4224-A9FC-E402E1F13341}"/>
    <dgm:cxn modelId="{747BEB7D-6D5A-4E4C-AC1F-DB0098BC4256}" srcId="{E6484FC8-25F4-44D6-8B06-BA709D5254E0}" destId="{68D68C72-7CFB-4720-ADF6-E7C292DEC748}" srcOrd="0" destOrd="0" parTransId="{B564629E-F8FA-4EBA-B155-AE078FDE0DD4}" sibTransId="{CA9E654B-B370-4BED-90CF-D6BCBD0A2934}"/>
    <dgm:cxn modelId="{1CFD6CA8-773D-4F91-905E-E944A7F4F9DF}" type="presOf" srcId="{71AD2CF7-FD5F-4E96-949C-ECCAEBF23F4D}" destId="{CD0FD278-E96A-4E66-A2AF-AB7CF77147F1}" srcOrd="0" destOrd="0" presId="urn:microsoft.com/office/officeart/2005/8/layout/hierarchy1"/>
    <dgm:cxn modelId="{568DCAF2-92FA-494F-BAB8-9B67E026C894}" type="presOf" srcId="{E6484FC8-25F4-44D6-8B06-BA709D5254E0}" destId="{7C275872-3FEC-47B5-96A8-2B1C1A882BDE}" srcOrd="0" destOrd="0" presId="urn:microsoft.com/office/officeart/2005/8/layout/hierarchy1"/>
    <dgm:cxn modelId="{DB4685F3-2D00-4575-9AB8-58C689EC123A}" type="presOf" srcId="{2CAC0227-67D8-4E8C-ABBC-8D9180771CB0}" destId="{06F557BD-A9CC-4312-A44F-0A7BEB6B98CC}" srcOrd="0" destOrd="0" presId="urn:microsoft.com/office/officeart/2005/8/layout/hierarchy1"/>
    <dgm:cxn modelId="{39241EFF-266E-476C-BEDA-0B8CAA0DA089}" type="presParOf" srcId="{7C275872-3FEC-47B5-96A8-2B1C1A882BDE}" destId="{7BFFD6DB-8B5F-4CC5-902E-D0AEC43B0E60}" srcOrd="0" destOrd="0" presId="urn:microsoft.com/office/officeart/2005/8/layout/hierarchy1"/>
    <dgm:cxn modelId="{B6C78D97-F69C-4200-A9BD-92AF57D2631A}" type="presParOf" srcId="{7BFFD6DB-8B5F-4CC5-902E-D0AEC43B0E60}" destId="{1414C77C-BDCA-452D-A573-CCD399CFA4C8}" srcOrd="0" destOrd="0" presId="urn:microsoft.com/office/officeart/2005/8/layout/hierarchy1"/>
    <dgm:cxn modelId="{1DDB6BC1-0012-42A8-8C65-FDB90F163212}" type="presParOf" srcId="{1414C77C-BDCA-452D-A573-CCD399CFA4C8}" destId="{057D3E8B-F342-4ED8-99BE-D83844A93D43}" srcOrd="0" destOrd="0" presId="urn:microsoft.com/office/officeart/2005/8/layout/hierarchy1"/>
    <dgm:cxn modelId="{82DDC9BA-2AC9-4B2B-A5B7-617BA65C4751}" type="presParOf" srcId="{1414C77C-BDCA-452D-A573-CCD399CFA4C8}" destId="{E5A898DB-CCF9-422C-8B0F-E847C3A68F31}" srcOrd="1" destOrd="0" presId="urn:microsoft.com/office/officeart/2005/8/layout/hierarchy1"/>
    <dgm:cxn modelId="{9FD89E6E-82AA-4FB4-B50C-EB4D188A0868}" type="presParOf" srcId="{7BFFD6DB-8B5F-4CC5-902E-D0AEC43B0E60}" destId="{70BB6BBD-A16C-4EB1-B795-FF89F18C5C75}" srcOrd="1" destOrd="0" presId="urn:microsoft.com/office/officeart/2005/8/layout/hierarchy1"/>
    <dgm:cxn modelId="{208888F4-5E1C-42F2-9CD2-808020B7E9CC}" type="presParOf" srcId="{7C275872-3FEC-47B5-96A8-2B1C1A882BDE}" destId="{7D5151DF-D87E-41DE-9E7A-A26E2975EFCB}" srcOrd="1" destOrd="0" presId="urn:microsoft.com/office/officeart/2005/8/layout/hierarchy1"/>
    <dgm:cxn modelId="{02F8E666-E0A5-40DE-A375-92575CFCABA4}" type="presParOf" srcId="{7D5151DF-D87E-41DE-9E7A-A26E2975EFCB}" destId="{F9D29564-2B25-4EE9-848B-3756D3535C18}" srcOrd="0" destOrd="0" presId="urn:microsoft.com/office/officeart/2005/8/layout/hierarchy1"/>
    <dgm:cxn modelId="{B6C9A4D1-479C-4316-8CED-A58201BC48D7}" type="presParOf" srcId="{F9D29564-2B25-4EE9-848B-3756D3535C18}" destId="{B12C90EB-28E8-43D7-9C79-46AC660B5854}" srcOrd="0" destOrd="0" presId="urn:microsoft.com/office/officeart/2005/8/layout/hierarchy1"/>
    <dgm:cxn modelId="{3271FAED-E8D0-42E8-9298-ED355FC441E1}" type="presParOf" srcId="{F9D29564-2B25-4EE9-848B-3756D3535C18}" destId="{06F557BD-A9CC-4312-A44F-0A7BEB6B98CC}" srcOrd="1" destOrd="0" presId="urn:microsoft.com/office/officeart/2005/8/layout/hierarchy1"/>
    <dgm:cxn modelId="{4F326E25-0B2B-4B19-B5B6-4CE6516A60DC}" type="presParOf" srcId="{7D5151DF-D87E-41DE-9E7A-A26E2975EFCB}" destId="{06BBF275-4837-4544-81D3-A94BD7FAC3F2}" srcOrd="1" destOrd="0" presId="urn:microsoft.com/office/officeart/2005/8/layout/hierarchy1"/>
    <dgm:cxn modelId="{12EB7CF6-F7B5-43CF-BF72-73215D9D5BC7}" type="presParOf" srcId="{7C275872-3FEC-47B5-96A8-2B1C1A882BDE}" destId="{B7398385-EDEB-44EA-A73A-11C69068D158}" srcOrd="2" destOrd="0" presId="urn:microsoft.com/office/officeart/2005/8/layout/hierarchy1"/>
    <dgm:cxn modelId="{EA9BFC6D-A609-49BE-8CAF-10747BB5370C}" type="presParOf" srcId="{B7398385-EDEB-44EA-A73A-11C69068D158}" destId="{F7ED6981-8DC7-4738-A33D-9F19206DE511}" srcOrd="0" destOrd="0" presId="urn:microsoft.com/office/officeart/2005/8/layout/hierarchy1"/>
    <dgm:cxn modelId="{D4818DEF-5BF8-4578-8493-CE9AAB580FCE}" type="presParOf" srcId="{F7ED6981-8DC7-4738-A33D-9F19206DE511}" destId="{95135AFB-F80D-4A8D-A95E-3B31BC913E9F}" srcOrd="0" destOrd="0" presId="urn:microsoft.com/office/officeart/2005/8/layout/hierarchy1"/>
    <dgm:cxn modelId="{9EA5B657-3BF5-43E3-8E72-83716AB32AB0}" type="presParOf" srcId="{F7ED6981-8DC7-4738-A33D-9F19206DE511}" destId="{CD0FD278-E96A-4E66-A2AF-AB7CF77147F1}" srcOrd="1" destOrd="0" presId="urn:microsoft.com/office/officeart/2005/8/layout/hierarchy1"/>
    <dgm:cxn modelId="{DCF64DDC-1C72-49FE-8BDC-563A8EF099CA}" type="presParOf" srcId="{B7398385-EDEB-44EA-A73A-11C69068D158}" destId="{77EBE4F2-5D94-44B9-B935-2A6E43D65F8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C9AAAB-4574-4A3B-87E9-2851EED0792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5AFB1BA-64ED-4D0A-9ECC-9905A59EEAC5}">
      <dgm:prSet/>
      <dgm:spPr/>
      <dgm:t>
        <a:bodyPr/>
        <a:lstStyle/>
        <a:p>
          <a:r>
            <a:rPr lang="fr-CH"/>
            <a:t>Application web de jeux retro </a:t>
          </a:r>
          <a:endParaRPr lang="en-US"/>
        </a:p>
      </dgm:t>
    </dgm:pt>
    <dgm:pt modelId="{9BFC2C4B-24E3-4F2C-94DB-F1C2E5EC9F26}" type="parTrans" cxnId="{324D0AFF-7C0F-495D-9E55-199B70F66804}">
      <dgm:prSet/>
      <dgm:spPr/>
      <dgm:t>
        <a:bodyPr/>
        <a:lstStyle/>
        <a:p>
          <a:endParaRPr lang="en-US"/>
        </a:p>
      </dgm:t>
    </dgm:pt>
    <dgm:pt modelId="{8A8257FB-0FCB-4B01-BBE5-DC088C376905}" type="sibTrans" cxnId="{324D0AFF-7C0F-495D-9E55-199B70F66804}">
      <dgm:prSet/>
      <dgm:spPr/>
      <dgm:t>
        <a:bodyPr/>
        <a:lstStyle/>
        <a:p>
          <a:endParaRPr lang="en-US"/>
        </a:p>
      </dgm:t>
    </dgm:pt>
    <dgm:pt modelId="{B9AFB225-994B-4087-8F6A-2A46FF7B5BDD}">
      <dgm:prSet/>
      <dgm:spPr/>
      <dgm:t>
        <a:bodyPr/>
        <a:lstStyle/>
        <a:p>
          <a:r>
            <a:rPr lang="fr-CH"/>
            <a:t>Besoin d’activité ludiques dans les lieux publics</a:t>
          </a:r>
          <a:endParaRPr lang="en-US"/>
        </a:p>
      </dgm:t>
    </dgm:pt>
    <dgm:pt modelId="{D7710328-E3C0-46D0-8027-958819F4DAB1}" type="parTrans" cxnId="{AC354CA0-63D3-4961-982F-AF5EEB716578}">
      <dgm:prSet/>
      <dgm:spPr/>
      <dgm:t>
        <a:bodyPr/>
        <a:lstStyle/>
        <a:p>
          <a:endParaRPr lang="en-US"/>
        </a:p>
      </dgm:t>
    </dgm:pt>
    <dgm:pt modelId="{04985AA9-ECCD-4D26-A9B3-773007CD3C8F}" type="sibTrans" cxnId="{AC354CA0-63D3-4961-982F-AF5EEB716578}">
      <dgm:prSet/>
      <dgm:spPr/>
      <dgm:t>
        <a:bodyPr/>
        <a:lstStyle/>
        <a:p>
          <a:endParaRPr lang="en-US"/>
        </a:p>
      </dgm:t>
    </dgm:pt>
    <dgm:pt modelId="{7A9A331D-22BE-4A60-B59D-0A806A8B3185}" type="pres">
      <dgm:prSet presAssocID="{0EC9AAAB-4574-4A3B-87E9-2851EED079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7894FF-CE15-4EDF-AB7E-986821E993B9}" type="pres">
      <dgm:prSet presAssocID="{05AFB1BA-64ED-4D0A-9ECC-9905A59EEAC5}" presName="hierRoot1" presStyleCnt="0"/>
      <dgm:spPr/>
    </dgm:pt>
    <dgm:pt modelId="{F7C2FC55-B945-4D07-A536-844874046D38}" type="pres">
      <dgm:prSet presAssocID="{05AFB1BA-64ED-4D0A-9ECC-9905A59EEAC5}" presName="composite" presStyleCnt="0"/>
      <dgm:spPr/>
    </dgm:pt>
    <dgm:pt modelId="{6E130160-C4CD-456F-B4E7-F72A95AE9224}" type="pres">
      <dgm:prSet presAssocID="{05AFB1BA-64ED-4D0A-9ECC-9905A59EEAC5}" presName="background" presStyleLbl="node0" presStyleIdx="0" presStyleCnt="2"/>
      <dgm:spPr/>
    </dgm:pt>
    <dgm:pt modelId="{7FF9A16E-3E7E-4901-85EF-69A2EC769170}" type="pres">
      <dgm:prSet presAssocID="{05AFB1BA-64ED-4D0A-9ECC-9905A59EEAC5}" presName="text" presStyleLbl="fgAcc0" presStyleIdx="0" presStyleCnt="2">
        <dgm:presLayoutVars>
          <dgm:chPref val="3"/>
        </dgm:presLayoutVars>
      </dgm:prSet>
      <dgm:spPr/>
    </dgm:pt>
    <dgm:pt modelId="{4B5641AD-DABE-4CAF-9C61-5A8B8926EFE9}" type="pres">
      <dgm:prSet presAssocID="{05AFB1BA-64ED-4D0A-9ECC-9905A59EEAC5}" presName="hierChild2" presStyleCnt="0"/>
      <dgm:spPr/>
    </dgm:pt>
    <dgm:pt modelId="{450A9D1A-3767-490D-AC3D-EAB418656AEA}" type="pres">
      <dgm:prSet presAssocID="{B9AFB225-994B-4087-8F6A-2A46FF7B5BDD}" presName="hierRoot1" presStyleCnt="0"/>
      <dgm:spPr/>
    </dgm:pt>
    <dgm:pt modelId="{114E1CA9-577A-427A-9ED6-1A43A4429774}" type="pres">
      <dgm:prSet presAssocID="{B9AFB225-994B-4087-8F6A-2A46FF7B5BDD}" presName="composite" presStyleCnt="0"/>
      <dgm:spPr/>
    </dgm:pt>
    <dgm:pt modelId="{1DAA09BD-BC9B-4D51-84EC-1039E5A4CE17}" type="pres">
      <dgm:prSet presAssocID="{B9AFB225-994B-4087-8F6A-2A46FF7B5BDD}" presName="background" presStyleLbl="node0" presStyleIdx="1" presStyleCnt="2"/>
      <dgm:spPr/>
    </dgm:pt>
    <dgm:pt modelId="{135CA62C-0194-4270-B7E1-89B0DA5C9A3B}" type="pres">
      <dgm:prSet presAssocID="{B9AFB225-994B-4087-8F6A-2A46FF7B5BDD}" presName="text" presStyleLbl="fgAcc0" presStyleIdx="1" presStyleCnt="2">
        <dgm:presLayoutVars>
          <dgm:chPref val="3"/>
        </dgm:presLayoutVars>
      </dgm:prSet>
      <dgm:spPr/>
    </dgm:pt>
    <dgm:pt modelId="{1DB2FB00-F5DC-4B21-A4EA-3DFE4652DC19}" type="pres">
      <dgm:prSet presAssocID="{B9AFB225-994B-4087-8F6A-2A46FF7B5BDD}" presName="hierChild2" presStyleCnt="0"/>
      <dgm:spPr/>
    </dgm:pt>
  </dgm:ptLst>
  <dgm:cxnLst>
    <dgm:cxn modelId="{B21D254A-62FB-4F6A-BFA1-E450354ABAEF}" type="presOf" srcId="{05AFB1BA-64ED-4D0A-9ECC-9905A59EEAC5}" destId="{7FF9A16E-3E7E-4901-85EF-69A2EC769170}" srcOrd="0" destOrd="0" presId="urn:microsoft.com/office/officeart/2005/8/layout/hierarchy1"/>
    <dgm:cxn modelId="{AC354CA0-63D3-4961-982F-AF5EEB716578}" srcId="{0EC9AAAB-4574-4A3B-87E9-2851EED07923}" destId="{B9AFB225-994B-4087-8F6A-2A46FF7B5BDD}" srcOrd="1" destOrd="0" parTransId="{D7710328-E3C0-46D0-8027-958819F4DAB1}" sibTransId="{04985AA9-ECCD-4D26-A9B3-773007CD3C8F}"/>
    <dgm:cxn modelId="{609B87D8-09E3-4FAA-A9F2-E6F60D8451D6}" type="presOf" srcId="{0EC9AAAB-4574-4A3B-87E9-2851EED07923}" destId="{7A9A331D-22BE-4A60-B59D-0A806A8B3185}" srcOrd="0" destOrd="0" presId="urn:microsoft.com/office/officeart/2005/8/layout/hierarchy1"/>
    <dgm:cxn modelId="{09F406E6-10C6-4346-AA99-1856614C15F5}" type="presOf" srcId="{B9AFB225-994B-4087-8F6A-2A46FF7B5BDD}" destId="{135CA62C-0194-4270-B7E1-89B0DA5C9A3B}" srcOrd="0" destOrd="0" presId="urn:microsoft.com/office/officeart/2005/8/layout/hierarchy1"/>
    <dgm:cxn modelId="{324D0AFF-7C0F-495D-9E55-199B70F66804}" srcId="{0EC9AAAB-4574-4A3B-87E9-2851EED07923}" destId="{05AFB1BA-64ED-4D0A-9ECC-9905A59EEAC5}" srcOrd="0" destOrd="0" parTransId="{9BFC2C4B-24E3-4F2C-94DB-F1C2E5EC9F26}" sibTransId="{8A8257FB-0FCB-4B01-BBE5-DC088C376905}"/>
    <dgm:cxn modelId="{CE8098EB-8B16-41FE-AC29-49741A2C3828}" type="presParOf" srcId="{7A9A331D-22BE-4A60-B59D-0A806A8B3185}" destId="{797894FF-CE15-4EDF-AB7E-986821E993B9}" srcOrd="0" destOrd="0" presId="urn:microsoft.com/office/officeart/2005/8/layout/hierarchy1"/>
    <dgm:cxn modelId="{A375238E-7198-4CD1-8884-52DC1B54EB9A}" type="presParOf" srcId="{797894FF-CE15-4EDF-AB7E-986821E993B9}" destId="{F7C2FC55-B945-4D07-A536-844874046D38}" srcOrd="0" destOrd="0" presId="urn:microsoft.com/office/officeart/2005/8/layout/hierarchy1"/>
    <dgm:cxn modelId="{A8D25860-F402-458D-AFFE-8C3126522095}" type="presParOf" srcId="{F7C2FC55-B945-4D07-A536-844874046D38}" destId="{6E130160-C4CD-456F-B4E7-F72A95AE9224}" srcOrd="0" destOrd="0" presId="urn:microsoft.com/office/officeart/2005/8/layout/hierarchy1"/>
    <dgm:cxn modelId="{ADF43D4A-BC7B-41A6-A678-6DFD48F0A047}" type="presParOf" srcId="{F7C2FC55-B945-4D07-A536-844874046D38}" destId="{7FF9A16E-3E7E-4901-85EF-69A2EC769170}" srcOrd="1" destOrd="0" presId="urn:microsoft.com/office/officeart/2005/8/layout/hierarchy1"/>
    <dgm:cxn modelId="{42297EC6-B6BD-4056-8482-F5AD5B32DC71}" type="presParOf" srcId="{797894FF-CE15-4EDF-AB7E-986821E993B9}" destId="{4B5641AD-DABE-4CAF-9C61-5A8B8926EFE9}" srcOrd="1" destOrd="0" presId="urn:microsoft.com/office/officeart/2005/8/layout/hierarchy1"/>
    <dgm:cxn modelId="{D964F975-C632-4BD9-BD29-1B9764A901FB}" type="presParOf" srcId="{7A9A331D-22BE-4A60-B59D-0A806A8B3185}" destId="{450A9D1A-3767-490D-AC3D-EAB418656AEA}" srcOrd="1" destOrd="0" presId="urn:microsoft.com/office/officeart/2005/8/layout/hierarchy1"/>
    <dgm:cxn modelId="{AA79F481-7FF8-4FD8-A058-5E9D5673AB70}" type="presParOf" srcId="{450A9D1A-3767-490D-AC3D-EAB418656AEA}" destId="{114E1CA9-577A-427A-9ED6-1A43A4429774}" srcOrd="0" destOrd="0" presId="urn:microsoft.com/office/officeart/2005/8/layout/hierarchy1"/>
    <dgm:cxn modelId="{E16637CB-7890-47D3-977B-DC84AA15D30D}" type="presParOf" srcId="{114E1CA9-577A-427A-9ED6-1A43A4429774}" destId="{1DAA09BD-BC9B-4D51-84EC-1039E5A4CE17}" srcOrd="0" destOrd="0" presId="urn:microsoft.com/office/officeart/2005/8/layout/hierarchy1"/>
    <dgm:cxn modelId="{0EE6B9E4-1B9A-45E7-9600-B781378FE878}" type="presParOf" srcId="{114E1CA9-577A-427A-9ED6-1A43A4429774}" destId="{135CA62C-0194-4270-B7E1-89B0DA5C9A3B}" srcOrd="1" destOrd="0" presId="urn:microsoft.com/office/officeart/2005/8/layout/hierarchy1"/>
    <dgm:cxn modelId="{2C6A5A04-083F-47D2-A79A-BF9FE8E6ECA8}" type="presParOf" srcId="{450A9D1A-3767-490D-AC3D-EAB418656AEA}" destId="{1DB2FB00-F5DC-4B21-A4EA-3DFE4652DC1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0B8FF2-76C9-4387-83BF-CA4A0FF1F16B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0EB33A7-9189-4151-991E-0A95D7BB94CC}">
      <dgm:prSet/>
      <dgm:spPr/>
      <dgm:t>
        <a:bodyPr/>
        <a:lstStyle/>
        <a:p>
          <a:r>
            <a:rPr lang="fr-CH"/>
            <a:t>Jeux </a:t>
          </a:r>
          <a:endParaRPr lang="en-US"/>
        </a:p>
      </dgm:t>
    </dgm:pt>
    <dgm:pt modelId="{7EBD562F-74F6-4C28-8972-E3311A8DF3EE}" type="parTrans" cxnId="{8BEBBB6A-336C-4EA8-95FC-CAB79EBE6DAF}">
      <dgm:prSet/>
      <dgm:spPr/>
      <dgm:t>
        <a:bodyPr/>
        <a:lstStyle/>
        <a:p>
          <a:endParaRPr lang="en-US"/>
        </a:p>
      </dgm:t>
    </dgm:pt>
    <dgm:pt modelId="{06E31703-8327-4673-8482-DBC715478907}" type="sibTrans" cxnId="{8BEBBB6A-336C-4EA8-95FC-CAB79EBE6DAF}">
      <dgm:prSet/>
      <dgm:spPr/>
      <dgm:t>
        <a:bodyPr/>
        <a:lstStyle/>
        <a:p>
          <a:endParaRPr lang="en-US"/>
        </a:p>
      </dgm:t>
    </dgm:pt>
    <dgm:pt modelId="{23C387DB-E1DB-46D2-8D0D-7A18D74ADF79}">
      <dgm:prSet/>
      <dgm:spPr/>
      <dgm:t>
        <a:bodyPr/>
        <a:lstStyle/>
        <a:p>
          <a:r>
            <a:rPr lang="fr-CH"/>
            <a:t>Amusements grâces au catalogue de jeux.</a:t>
          </a:r>
          <a:endParaRPr lang="en-US"/>
        </a:p>
      </dgm:t>
    </dgm:pt>
    <dgm:pt modelId="{CEA9335B-C379-4831-833C-29D84A272308}" type="parTrans" cxnId="{65E56CD4-8AB8-444F-A4BE-3663213688B6}">
      <dgm:prSet/>
      <dgm:spPr/>
      <dgm:t>
        <a:bodyPr/>
        <a:lstStyle/>
        <a:p>
          <a:endParaRPr lang="en-US"/>
        </a:p>
      </dgm:t>
    </dgm:pt>
    <dgm:pt modelId="{4A971597-DD08-4C5A-8C00-5AFE8B53FC8F}" type="sibTrans" cxnId="{65E56CD4-8AB8-444F-A4BE-3663213688B6}">
      <dgm:prSet/>
      <dgm:spPr/>
      <dgm:t>
        <a:bodyPr/>
        <a:lstStyle/>
        <a:p>
          <a:endParaRPr lang="en-US"/>
        </a:p>
      </dgm:t>
    </dgm:pt>
    <dgm:pt modelId="{75AF4571-5872-4A07-98AF-42F8F19FE0F8}">
      <dgm:prSet/>
      <dgm:spPr/>
      <dgm:t>
        <a:bodyPr/>
        <a:lstStyle/>
        <a:p>
          <a:r>
            <a:rPr lang="fr-CH" noProof="0"/>
            <a:t>Scores</a:t>
          </a:r>
          <a:r>
            <a:rPr lang="fr-CH"/>
            <a:t> </a:t>
          </a:r>
          <a:endParaRPr lang="en-US"/>
        </a:p>
      </dgm:t>
    </dgm:pt>
    <dgm:pt modelId="{74AC960C-4692-4D39-9F2C-523413AF4ABD}" type="parTrans" cxnId="{69E2E470-EDF8-48C5-AE04-F53239960236}">
      <dgm:prSet/>
      <dgm:spPr/>
      <dgm:t>
        <a:bodyPr/>
        <a:lstStyle/>
        <a:p>
          <a:endParaRPr lang="en-US"/>
        </a:p>
      </dgm:t>
    </dgm:pt>
    <dgm:pt modelId="{671B3D86-7FC0-4C5F-A6F8-C50DAD9B8663}" type="sibTrans" cxnId="{69E2E470-EDF8-48C5-AE04-F53239960236}">
      <dgm:prSet/>
      <dgm:spPr/>
      <dgm:t>
        <a:bodyPr/>
        <a:lstStyle/>
        <a:p>
          <a:endParaRPr lang="en-US"/>
        </a:p>
      </dgm:t>
    </dgm:pt>
    <dgm:pt modelId="{094B5BEA-416B-4443-B101-70C0C26461A8}">
      <dgm:prSet/>
      <dgm:spPr/>
      <dgm:t>
        <a:bodyPr/>
        <a:lstStyle/>
        <a:p>
          <a:r>
            <a:rPr lang="fr-CH"/>
            <a:t>Sauvegarde du score de l’utilisateur</a:t>
          </a:r>
          <a:endParaRPr lang="en-US"/>
        </a:p>
      </dgm:t>
    </dgm:pt>
    <dgm:pt modelId="{EA1B90B1-4D05-4F2F-9748-D2F1D677746B}" type="parTrans" cxnId="{A4E771F2-6718-4896-803B-6024EEB45937}">
      <dgm:prSet/>
      <dgm:spPr/>
      <dgm:t>
        <a:bodyPr/>
        <a:lstStyle/>
        <a:p>
          <a:endParaRPr lang="en-US"/>
        </a:p>
      </dgm:t>
    </dgm:pt>
    <dgm:pt modelId="{C1708EB7-1E93-4193-9629-D5CFB7A4B04B}" type="sibTrans" cxnId="{A4E771F2-6718-4896-803B-6024EEB45937}">
      <dgm:prSet/>
      <dgm:spPr/>
      <dgm:t>
        <a:bodyPr/>
        <a:lstStyle/>
        <a:p>
          <a:endParaRPr lang="en-US"/>
        </a:p>
      </dgm:t>
    </dgm:pt>
    <dgm:pt modelId="{3CAEEC68-68A5-4250-BE4D-AFDC6EBC1E55}">
      <dgm:prSet/>
      <dgm:spPr/>
      <dgm:t>
        <a:bodyPr/>
        <a:lstStyle/>
        <a:p>
          <a:r>
            <a:rPr lang="fr-CH" noProof="0"/>
            <a:t>Support des manettes Xbox</a:t>
          </a:r>
        </a:p>
      </dgm:t>
    </dgm:pt>
    <dgm:pt modelId="{97357C2E-D482-4CF4-B9E5-7FAEB1CDC17A}" type="parTrans" cxnId="{E62D8E0A-8742-4A59-B416-2E4566E2320E}">
      <dgm:prSet/>
      <dgm:spPr/>
      <dgm:t>
        <a:bodyPr/>
        <a:lstStyle/>
        <a:p>
          <a:endParaRPr lang="fr-CH"/>
        </a:p>
      </dgm:t>
    </dgm:pt>
    <dgm:pt modelId="{1D1FA9FD-9FBD-4DFA-BBBB-3E5F5B381FD0}" type="sibTrans" cxnId="{E62D8E0A-8742-4A59-B416-2E4566E2320E}">
      <dgm:prSet/>
      <dgm:spPr/>
      <dgm:t>
        <a:bodyPr/>
        <a:lstStyle/>
        <a:p>
          <a:endParaRPr lang="fr-CH"/>
        </a:p>
      </dgm:t>
    </dgm:pt>
    <dgm:pt modelId="{9082FC6B-71E3-45D2-8F9E-D93A943E02EB}">
      <dgm:prSet/>
      <dgm:spPr/>
      <dgm:t>
        <a:bodyPr/>
        <a:lstStyle/>
        <a:p>
          <a:r>
            <a:rPr lang="fr-CH" noProof="0"/>
            <a:t>Tableaux des scores pour voir et comparer ses scores</a:t>
          </a:r>
        </a:p>
      </dgm:t>
    </dgm:pt>
    <dgm:pt modelId="{F9991104-6DC7-4D81-B21B-D3BA454BCFED}" type="parTrans" cxnId="{9D188E84-19E4-410B-9707-F48AB645B50A}">
      <dgm:prSet/>
      <dgm:spPr/>
      <dgm:t>
        <a:bodyPr/>
        <a:lstStyle/>
        <a:p>
          <a:endParaRPr lang="fr-CH"/>
        </a:p>
      </dgm:t>
    </dgm:pt>
    <dgm:pt modelId="{B3B7D459-B074-44A9-ADAF-34E178F79E1F}" type="sibTrans" cxnId="{9D188E84-19E4-410B-9707-F48AB645B50A}">
      <dgm:prSet/>
      <dgm:spPr/>
      <dgm:t>
        <a:bodyPr/>
        <a:lstStyle/>
        <a:p>
          <a:endParaRPr lang="fr-CH"/>
        </a:p>
      </dgm:t>
    </dgm:pt>
    <dgm:pt modelId="{6CC40F6A-70BF-411E-9471-657994ECFD67}" type="pres">
      <dgm:prSet presAssocID="{0C0B8FF2-76C9-4387-83BF-CA4A0FF1F16B}" presName="linear" presStyleCnt="0">
        <dgm:presLayoutVars>
          <dgm:dir/>
          <dgm:animLvl val="lvl"/>
          <dgm:resizeHandles val="exact"/>
        </dgm:presLayoutVars>
      </dgm:prSet>
      <dgm:spPr/>
    </dgm:pt>
    <dgm:pt modelId="{C6CC839B-8898-4557-A073-874D9A6CA0BE}" type="pres">
      <dgm:prSet presAssocID="{80EB33A7-9189-4151-991E-0A95D7BB94CC}" presName="parentLin" presStyleCnt="0"/>
      <dgm:spPr/>
    </dgm:pt>
    <dgm:pt modelId="{75B76CFD-E7E1-4A32-9F7C-0126002D8DC3}" type="pres">
      <dgm:prSet presAssocID="{80EB33A7-9189-4151-991E-0A95D7BB94CC}" presName="parentLeftMargin" presStyleLbl="node1" presStyleIdx="0" presStyleCnt="2"/>
      <dgm:spPr/>
    </dgm:pt>
    <dgm:pt modelId="{DADF63C1-91C3-4C07-87C0-805755AECB4A}" type="pres">
      <dgm:prSet presAssocID="{80EB33A7-9189-4151-991E-0A95D7BB94C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BAE563E-931A-4283-AE10-008E1DE90097}" type="pres">
      <dgm:prSet presAssocID="{80EB33A7-9189-4151-991E-0A95D7BB94CC}" presName="negativeSpace" presStyleCnt="0"/>
      <dgm:spPr/>
    </dgm:pt>
    <dgm:pt modelId="{D3D49C1B-1716-405C-B44E-57463AF9D73B}" type="pres">
      <dgm:prSet presAssocID="{80EB33A7-9189-4151-991E-0A95D7BB94CC}" presName="childText" presStyleLbl="conFgAcc1" presStyleIdx="0" presStyleCnt="2">
        <dgm:presLayoutVars>
          <dgm:bulletEnabled val="1"/>
        </dgm:presLayoutVars>
      </dgm:prSet>
      <dgm:spPr/>
    </dgm:pt>
    <dgm:pt modelId="{9B1920C5-5E2D-497B-A16F-4CF885829F05}" type="pres">
      <dgm:prSet presAssocID="{06E31703-8327-4673-8482-DBC715478907}" presName="spaceBetweenRectangles" presStyleCnt="0"/>
      <dgm:spPr/>
    </dgm:pt>
    <dgm:pt modelId="{2D55C787-14A4-44D7-A605-C3FFE19B4837}" type="pres">
      <dgm:prSet presAssocID="{75AF4571-5872-4A07-98AF-42F8F19FE0F8}" presName="parentLin" presStyleCnt="0"/>
      <dgm:spPr/>
    </dgm:pt>
    <dgm:pt modelId="{AE653891-D52B-4201-822C-30F5189CA015}" type="pres">
      <dgm:prSet presAssocID="{75AF4571-5872-4A07-98AF-42F8F19FE0F8}" presName="parentLeftMargin" presStyleLbl="node1" presStyleIdx="0" presStyleCnt="2"/>
      <dgm:spPr/>
    </dgm:pt>
    <dgm:pt modelId="{10535DCA-593E-4092-A90D-D403D0B8485F}" type="pres">
      <dgm:prSet presAssocID="{75AF4571-5872-4A07-98AF-42F8F19FE0F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0AB9D76-3240-4621-9545-8A09E7271725}" type="pres">
      <dgm:prSet presAssocID="{75AF4571-5872-4A07-98AF-42F8F19FE0F8}" presName="negativeSpace" presStyleCnt="0"/>
      <dgm:spPr/>
    </dgm:pt>
    <dgm:pt modelId="{21D169FF-2F6C-4D0A-BD5E-9AB3AF433962}" type="pres">
      <dgm:prSet presAssocID="{75AF4571-5872-4A07-98AF-42F8F19FE0F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62D8E0A-8742-4A59-B416-2E4566E2320E}" srcId="{80EB33A7-9189-4151-991E-0A95D7BB94CC}" destId="{3CAEEC68-68A5-4250-BE4D-AFDC6EBC1E55}" srcOrd="1" destOrd="0" parTransId="{97357C2E-D482-4CF4-B9E5-7FAEB1CDC17A}" sibTransId="{1D1FA9FD-9FBD-4DFA-BBBB-3E5F5B381FD0}"/>
    <dgm:cxn modelId="{AA9AFB23-AA20-4450-B832-F7B83EDCFE8F}" type="presOf" srcId="{75AF4571-5872-4A07-98AF-42F8F19FE0F8}" destId="{AE653891-D52B-4201-822C-30F5189CA015}" srcOrd="0" destOrd="0" presId="urn:microsoft.com/office/officeart/2005/8/layout/list1"/>
    <dgm:cxn modelId="{6F87052B-6D4F-4480-B57D-A7C212208702}" type="presOf" srcId="{75AF4571-5872-4A07-98AF-42F8F19FE0F8}" destId="{10535DCA-593E-4092-A90D-D403D0B8485F}" srcOrd="1" destOrd="0" presId="urn:microsoft.com/office/officeart/2005/8/layout/list1"/>
    <dgm:cxn modelId="{7895844A-916B-4F14-8B21-FD04E99636F2}" type="presOf" srcId="{80EB33A7-9189-4151-991E-0A95D7BB94CC}" destId="{DADF63C1-91C3-4C07-87C0-805755AECB4A}" srcOrd="1" destOrd="0" presId="urn:microsoft.com/office/officeart/2005/8/layout/list1"/>
    <dgm:cxn modelId="{8BEBBB6A-336C-4EA8-95FC-CAB79EBE6DAF}" srcId="{0C0B8FF2-76C9-4387-83BF-CA4A0FF1F16B}" destId="{80EB33A7-9189-4151-991E-0A95D7BB94CC}" srcOrd="0" destOrd="0" parTransId="{7EBD562F-74F6-4C28-8972-E3311A8DF3EE}" sibTransId="{06E31703-8327-4673-8482-DBC715478907}"/>
    <dgm:cxn modelId="{69E2E470-EDF8-48C5-AE04-F53239960236}" srcId="{0C0B8FF2-76C9-4387-83BF-CA4A0FF1F16B}" destId="{75AF4571-5872-4A07-98AF-42F8F19FE0F8}" srcOrd="1" destOrd="0" parTransId="{74AC960C-4692-4D39-9F2C-523413AF4ABD}" sibTransId="{671B3D86-7FC0-4C5F-A6F8-C50DAD9B8663}"/>
    <dgm:cxn modelId="{9D188E84-19E4-410B-9707-F48AB645B50A}" srcId="{75AF4571-5872-4A07-98AF-42F8F19FE0F8}" destId="{9082FC6B-71E3-45D2-8F9E-D93A943E02EB}" srcOrd="1" destOrd="0" parTransId="{F9991104-6DC7-4D81-B21B-D3BA454BCFED}" sibTransId="{B3B7D459-B074-44A9-ADAF-34E178F79E1F}"/>
    <dgm:cxn modelId="{75667288-3BE6-46A1-8460-347AB86E9ED8}" type="presOf" srcId="{80EB33A7-9189-4151-991E-0A95D7BB94CC}" destId="{75B76CFD-E7E1-4A32-9F7C-0126002D8DC3}" srcOrd="0" destOrd="0" presId="urn:microsoft.com/office/officeart/2005/8/layout/list1"/>
    <dgm:cxn modelId="{26414197-1243-4008-96A8-D045E4DB83B2}" type="presOf" srcId="{0C0B8FF2-76C9-4387-83BF-CA4A0FF1F16B}" destId="{6CC40F6A-70BF-411E-9471-657994ECFD67}" srcOrd="0" destOrd="0" presId="urn:microsoft.com/office/officeart/2005/8/layout/list1"/>
    <dgm:cxn modelId="{93184DB2-282D-43D5-AEFC-10BC72D48948}" type="presOf" srcId="{094B5BEA-416B-4443-B101-70C0C26461A8}" destId="{21D169FF-2F6C-4D0A-BD5E-9AB3AF433962}" srcOrd="0" destOrd="0" presId="urn:microsoft.com/office/officeart/2005/8/layout/list1"/>
    <dgm:cxn modelId="{111C94D1-B60B-4626-8CAF-78327C5EF330}" type="presOf" srcId="{3CAEEC68-68A5-4250-BE4D-AFDC6EBC1E55}" destId="{D3D49C1B-1716-405C-B44E-57463AF9D73B}" srcOrd="0" destOrd="1" presId="urn:microsoft.com/office/officeart/2005/8/layout/list1"/>
    <dgm:cxn modelId="{65E56CD4-8AB8-444F-A4BE-3663213688B6}" srcId="{80EB33A7-9189-4151-991E-0A95D7BB94CC}" destId="{23C387DB-E1DB-46D2-8D0D-7A18D74ADF79}" srcOrd="0" destOrd="0" parTransId="{CEA9335B-C379-4831-833C-29D84A272308}" sibTransId="{4A971597-DD08-4C5A-8C00-5AFE8B53FC8F}"/>
    <dgm:cxn modelId="{0BDBE0DB-07EF-4E7F-B4F5-9665723D28B7}" type="presOf" srcId="{9082FC6B-71E3-45D2-8F9E-D93A943E02EB}" destId="{21D169FF-2F6C-4D0A-BD5E-9AB3AF433962}" srcOrd="0" destOrd="1" presId="urn:microsoft.com/office/officeart/2005/8/layout/list1"/>
    <dgm:cxn modelId="{EB7EC7E4-4E0D-43E9-8385-F496ADFF40C0}" type="presOf" srcId="{23C387DB-E1DB-46D2-8D0D-7A18D74ADF79}" destId="{D3D49C1B-1716-405C-B44E-57463AF9D73B}" srcOrd="0" destOrd="0" presId="urn:microsoft.com/office/officeart/2005/8/layout/list1"/>
    <dgm:cxn modelId="{A4E771F2-6718-4896-803B-6024EEB45937}" srcId="{75AF4571-5872-4A07-98AF-42F8F19FE0F8}" destId="{094B5BEA-416B-4443-B101-70C0C26461A8}" srcOrd="0" destOrd="0" parTransId="{EA1B90B1-4D05-4F2F-9748-D2F1D677746B}" sibTransId="{C1708EB7-1E93-4193-9629-D5CFB7A4B04B}"/>
    <dgm:cxn modelId="{FDD9A5C5-09E9-4257-8028-C269D43DABC9}" type="presParOf" srcId="{6CC40F6A-70BF-411E-9471-657994ECFD67}" destId="{C6CC839B-8898-4557-A073-874D9A6CA0BE}" srcOrd="0" destOrd="0" presId="urn:microsoft.com/office/officeart/2005/8/layout/list1"/>
    <dgm:cxn modelId="{CC88FBDE-08B7-446C-8062-D3172D6F7445}" type="presParOf" srcId="{C6CC839B-8898-4557-A073-874D9A6CA0BE}" destId="{75B76CFD-E7E1-4A32-9F7C-0126002D8DC3}" srcOrd="0" destOrd="0" presId="urn:microsoft.com/office/officeart/2005/8/layout/list1"/>
    <dgm:cxn modelId="{49776691-CA51-4317-AD94-E261443F88FE}" type="presParOf" srcId="{C6CC839B-8898-4557-A073-874D9A6CA0BE}" destId="{DADF63C1-91C3-4C07-87C0-805755AECB4A}" srcOrd="1" destOrd="0" presId="urn:microsoft.com/office/officeart/2005/8/layout/list1"/>
    <dgm:cxn modelId="{FC9EF6FD-0581-4C41-94FF-52E8CBB3787E}" type="presParOf" srcId="{6CC40F6A-70BF-411E-9471-657994ECFD67}" destId="{FBAE563E-931A-4283-AE10-008E1DE90097}" srcOrd="1" destOrd="0" presId="urn:microsoft.com/office/officeart/2005/8/layout/list1"/>
    <dgm:cxn modelId="{52641EC6-DF36-4CDF-A247-509B5C2DEFD9}" type="presParOf" srcId="{6CC40F6A-70BF-411E-9471-657994ECFD67}" destId="{D3D49C1B-1716-405C-B44E-57463AF9D73B}" srcOrd="2" destOrd="0" presId="urn:microsoft.com/office/officeart/2005/8/layout/list1"/>
    <dgm:cxn modelId="{56CB390D-7B0C-4D32-A1D2-659980F1BD74}" type="presParOf" srcId="{6CC40F6A-70BF-411E-9471-657994ECFD67}" destId="{9B1920C5-5E2D-497B-A16F-4CF885829F05}" srcOrd="3" destOrd="0" presId="urn:microsoft.com/office/officeart/2005/8/layout/list1"/>
    <dgm:cxn modelId="{5568840E-6C2C-4DBF-9C38-490F2B1CA616}" type="presParOf" srcId="{6CC40F6A-70BF-411E-9471-657994ECFD67}" destId="{2D55C787-14A4-44D7-A605-C3FFE19B4837}" srcOrd="4" destOrd="0" presId="urn:microsoft.com/office/officeart/2005/8/layout/list1"/>
    <dgm:cxn modelId="{610472D3-7BB7-4174-B8CF-C6CC38643F93}" type="presParOf" srcId="{2D55C787-14A4-44D7-A605-C3FFE19B4837}" destId="{AE653891-D52B-4201-822C-30F5189CA015}" srcOrd="0" destOrd="0" presId="urn:microsoft.com/office/officeart/2005/8/layout/list1"/>
    <dgm:cxn modelId="{BD5C06F9-8C03-4282-B388-C7D0B3BEDFE3}" type="presParOf" srcId="{2D55C787-14A4-44D7-A605-C3FFE19B4837}" destId="{10535DCA-593E-4092-A90D-D403D0B8485F}" srcOrd="1" destOrd="0" presId="urn:microsoft.com/office/officeart/2005/8/layout/list1"/>
    <dgm:cxn modelId="{63E639B6-D750-4EE3-8520-990C6B05488B}" type="presParOf" srcId="{6CC40F6A-70BF-411E-9471-657994ECFD67}" destId="{30AB9D76-3240-4621-9545-8A09E7271725}" srcOrd="5" destOrd="0" presId="urn:microsoft.com/office/officeart/2005/8/layout/list1"/>
    <dgm:cxn modelId="{CFBA7973-FE51-42E1-82DF-6F351ADC15C5}" type="presParOf" srcId="{6CC40F6A-70BF-411E-9471-657994ECFD67}" destId="{21D169FF-2F6C-4D0A-BD5E-9AB3AF4339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294A339-4233-44F1-BF40-33906DC0FBF9}" type="doc">
      <dgm:prSet loTypeId="urn:microsoft.com/office/officeart/2005/8/layout/radial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5A8D0FB7-D0E2-4F93-908B-DDA902F6A211}">
      <dgm:prSet phldrT="[Texte]" phldr="0"/>
      <dgm:spPr/>
      <dgm:t>
        <a:bodyPr/>
        <a:lstStyle/>
        <a:p>
          <a:r>
            <a:rPr lang="fr-CH"/>
            <a:t>Docker</a:t>
          </a:r>
        </a:p>
      </dgm:t>
    </dgm:pt>
    <dgm:pt modelId="{869B62B8-B178-4157-AE44-5C7658AC636C}" type="parTrans" cxnId="{37832274-F6CD-4884-8F3F-E2E12ABD4217}">
      <dgm:prSet/>
      <dgm:spPr/>
      <dgm:t>
        <a:bodyPr/>
        <a:lstStyle/>
        <a:p>
          <a:endParaRPr lang="fr-CH"/>
        </a:p>
      </dgm:t>
    </dgm:pt>
    <dgm:pt modelId="{A95A6DE4-65E1-43A1-A2E4-AC909A0FBE63}" type="sibTrans" cxnId="{37832274-F6CD-4884-8F3F-E2E12ABD4217}">
      <dgm:prSet/>
      <dgm:spPr/>
      <dgm:t>
        <a:bodyPr/>
        <a:lstStyle/>
        <a:p>
          <a:endParaRPr lang="fr-CH"/>
        </a:p>
      </dgm:t>
    </dgm:pt>
    <dgm:pt modelId="{17813B69-B63D-4349-BA4A-7DC7B7681356}">
      <dgm:prSet phldrT="[Texte]" phldr="0"/>
      <dgm:spPr/>
      <dgm:t>
        <a:bodyPr/>
        <a:lstStyle/>
        <a:p>
          <a:r>
            <a:rPr lang="fr-CH"/>
            <a:t>Backend</a:t>
          </a:r>
        </a:p>
      </dgm:t>
    </dgm:pt>
    <dgm:pt modelId="{3C918847-D847-433D-A3A3-A1F69DE13E46}" type="parTrans" cxnId="{BA8E4D00-BCCF-4184-B1BF-9E5B791402E1}">
      <dgm:prSet/>
      <dgm:spPr/>
      <dgm:t>
        <a:bodyPr/>
        <a:lstStyle/>
        <a:p>
          <a:endParaRPr lang="fr-CH"/>
        </a:p>
      </dgm:t>
    </dgm:pt>
    <dgm:pt modelId="{9D2577AB-C520-42E4-B506-379FD6B6FF2A}" type="sibTrans" cxnId="{BA8E4D00-BCCF-4184-B1BF-9E5B791402E1}">
      <dgm:prSet/>
      <dgm:spPr/>
      <dgm:t>
        <a:bodyPr/>
        <a:lstStyle/>
        <a:p>
          <a:endParaRPr lang="fr-CH"/>
        </a:p>
      </dgm:t>
    </dgm:pt>
    <dgm:pt modelId="{22A0A8E4-2844-4871-A299-EC5CAEB21E60}">
      <dgm:prSet phldrT="[Texte]" phldr="0"/>
      <dgm:spPr/>
      <dgm:t>
        <a:bodyPr/>
        <a:lstStyle/>
        <a:p>
          <a:r>
            <a:rPr lang="fr-CH"/>
            <a:t>Base de données</a:t>
          </a:r>
        </a:p>
      </dgm:t>
    </dgm:pt>
    <dgm:pt modelId="{23DE8A99-C995-4109-9E23-5B9F500CFF1A}" type="parTrans" cxnId="{378575C4-2C7D-4BAC-82C6-06365BFF7071}">
      <dgm:prSet/>
      <dgm:spPr/>
      <dgm:t>
        <a:bodyPr/>
        <a:lstStyle/>
        <a:p>
          <a:endParaRPr lang="fr-CH"/>
        </a:p>
      </dgm:t>
    </dgm:pt>
    <dgm:pt modelId="{99D6141C-248C-4936-9710-EEFAFA0B3ADE}" type="sibTrans" cxnId="{378575C4-2C7D-4BAC-82C6-06365BFF7071}">
      <dgm:prSet/>
      <dgm:spPr/>
      <dgm:t>
        <a:bodyPr/>
        <a:lstStyle/>
        <a:p>
          <a:endParaRPr lang="fr-CH"/>
        </a:p>
      </dgm:t>
    </dgm:pt>
    <dgm:pt modelId="{D1742936-6C8D-4BC2-9770-FE5184F0B783}">
      <dgm:prSet phldrT="[Texte]" phldr="0"/>
      <dgm:spPr/>
      <dgm:t>
        <a:bodyPr/>
        <a:lstStyle/>
        <a:p>
          <a:r>
            <a:rPr lang="fr-CH"/>
            <a:t>Frontend</a:t>
          </a:r>
        </a:p>
      </dgm:t>
    </dgm:pt>
    <dgm:pt modelId="{8F54EBD3-F727-4CA5-8BCF-21BAA9115623}" type="parTrans" cxnId="{265AD7D7-53C9-4109-AFE5-329D5EBDFF74}">
      <dgm:prSet/>
      <dgm:spPr/>
      <dgm:t>
        <a:bodyPr/>
        <a:lstStyle/>
        <a:p>
          <a:endParaRPr lang="fr-CH"/>
        </a:p>
      </dgm:t>
    </dgm:pt>
    <dgm:pt modelId="{0BAA8EE8-41B5-4AF6-A2BF-A809B44BF6C1}" type="sibTrans" cxnId="{265AD7D7-53C9-4109-AFE5-329D5EBDFF74}">
      <dgm:prSet/>
      <dgm:spPr/>
      <dgm:t>
        <a:bodyPr/>
        <a:lstStyle/>
        <a:p>
          <a:endParaRPr lang="fr-CH"/>
        </a:p>
      </dgm:t>
    </dgm:pt>
    <dgm:pt modelId="{73AACA69-716C-436E-9C39-A41849F9B521}">
      <dgm:prSet phldrT="[Texte]" phldr="0"/>
      <dgm:spPr/>
      <dgm:t>
        <a:bodyPr/>
        <a:lstStyle/>
        <a:p>
          <a:r>
            <a:rPr lang="fr-CH"/>
            <a:t>Node.js</a:t>
          </a:r>
        </a:p>
      </dgm:t>
    </dgm:pt>
    <dgm:pt modelId="{30563F89-A07C-4B92-8410-FCB70F9CD915}" type="parTrans" cxnId="{0BF8BA7C-548F-4A77-ABE4-BD9FBA630206}">
      <dgm:prSet/>
      <dgm:spPr/>
      <dgm:t>
        <a:bodyPr/>
        <a:lstStyle/>
        <a:p>
          <a:endParaRPr lang="fr-CH"/>
        </a:p>
      </dgm:t>
    </dgm:pt>
    <dgm:pt modelId="{A4E64B2C-E09E-4775-88BC-B8350A9F0899}" type="sibTrans" cxnId="{0BF8BA7C-548F-4A77-ABE4-BD9FBA630206}">
      <dgm:prSet/>
      <dgm:spPr/>
      <dgm:t>
        <a:bodyPr/>
        <a:lstStyle/>
        <a:p>
          <a:endParaRPr lang="fr-CH"/>
        </a:p>
      </dgm:t>
    </dgm:pt>
    <dgm:pt modelId="{EFEA3369-09EE-446D-912A-4C6AE6A19926}">
      <dgm:prSet phldrT="[Texte]" phldr="0"/>
      <dgm:spPr/>
      <dgm:t>
        <a:bodyPr/>
        <a:lstStyle/>
        <a:p>
          <a:r>
            <a:rPr lang="fr-CH"/>
            <a:t>Express</a:t>
          </a:r>
        </a:p>
      </dgm:t>
    </dgm:pt>
    <dgm:pt modelId="{23A6A56C-9144-4D5E-81CD-D8E0125E2AA1}" type="parTrans" cxnId="{23B66764-8229-4B45-B941-F0E9C89EB0D1}">
      <dgm:prSet/>
      <dgm:spPr/>
      <dgm:t>
        <a:bodyPr/>
        <a:lstStyle/>
        <a:p>
          <a:endParaRPr lang="fr-CH"/>
        </a:p>
      </dgm:t>
    </dgm:pt>
    <dgm:pt modelId="{078ED91A-7676-447B-A74F-C22B93176C54}" type="sibTrans" cxnId="{23B66764-8229-4B45-B941-F0E9C89EB0D1}">
      <dgm:prSet/>
      <dgm:spPr/>
      <dgm:t>
        <a:bodyPr/>
        <a:lstStyle/>
        <a:p>
          <a:endParaRPr lang="fr-CH"/>
        </a:p>
      </dgm:t>
    </dgm:pt>
    <dgm:pt modelId="{97F3D19F-E753-407F-88FB-08ADF1415C07}">
      <dgm:prSet phldrT="[Texte]" phldr="0"/>
      <dgm:spPr/>
      <dgm:t>
        <a:bodyPr/>
        <a:lstStyle/>
        <a:p>
          <a:r>
            <a:rPr lang="fr-CH" err="1"/>
            <a:t>Swagger</a:t>
          </a:r>
          <a:endParaRPr lang="fr-CH"/>
        </a:p>
      </dgm:t>
    </dgm:pt>
    <dgm:pt modelId="{18BC992C-FB7A-4457-A125-1709F6C47005}" type="parTrans" cxnId="{34C169A4-F752-4C57-AA53-1C000C3D1294}">
      <dgm:prSet/>
      <dgm:spPr/>
      <dgm:t>
        <a:bodyPr/>
        <a:lstStyle/>
        <a:p>
          <a:endParaRPr lang="fr-CH"/>
        </a:p>
      </dgm:t>
    </dgm:pt>
    <dgm:pt modelId="{00917E5C-1252-4932-8AC4-1BEEB0FEBD98}" type="sibTrans" cxnId="{34C169A4-F752-4C57-AA53-1C000C3D1294}">
      <dgm:prSet/>
      <dgm:spPr/>
      <dgm:t>
        <a:bodyPr/>
        <a:lstStyle/>
        <a:p>
          <a:endParaRPr lang="fr-CH"/>
        </a:p>
      </dgm:t>
    </dgm:pt>
    <dgm:pt modelId="{147AD012-06B2-4E75-8AEE-23B0DCF4C93B}">
      <dgm:prSet phldrT="[Texte]" phldr="0"/>
      <dgm:spPr/>
      <dgm:t>
        <a:bodyPr/>
        <a:lstStyle/>
        <a:p>
          <a:r>
            <a:rPr lang="fr-CH" err="1"/>
            <a:t>joi</a:t>
          </a:r>
          <a:endParaRPr lang="fr-CH"/>
        </a:p>
      </dgm:t>
    </dgm:pt>
    <dgm:pt modelId="{62621FC0-5A8B-4E73-8250-BD6936C003F0}" type="parTrans" cxnId="{6B1103E8-5FBD-4314-931C-EE10DFD5C92F}">
      <dgm:prSet/>
      <dgm:spPr/>
      <dgm:t>
        <a:bodyPr/>
        <a:lstStyle/>
        <a:p>
          <a:endParaRPr lang="fr-CH"/>
        </a:p>
      </dgm:t>
    </dgm:pt>
    <dgm:pt modelId="{065A0BA1-5932-4C8B-BE06-3702DEACBB9D}" type="sibTrans" cxnId="{6B1103E8-5FBD-4314-931C-EE10DFD5C92F}">
      <dgm:prSet/>
      <dgm:spPr/>
      <dgm:t>
        <a:bodyPr/>
        <a:lstStyle/>
        <a:p>
          <a:endParaRPr lang="fr-CH"/>
        </a:p>
      </dgm:t>
    </dgm:pt>
    <dgm:pt modelId="{7341318C-58E7-4D78-AA19-8BC286032BA2}">
      <dgm:prSet phldrT="[Texte]" phldr="0"/>
      <dgm:spPr/>
      <dgm:t>
        <a:bodyPr/>
        <a:lstStyle/>
        <a:p>
          <a:r>
            <a:rPr lang="fr-CH"/>
            <a:t>mysql</a:t>
          </a:r>
        </a:p>
      </dgm:t>
    </dgm:pt>
    <dgm:pt modelId="{5288F07B-7A87-4135-8034-F1D52FE7D828}" type="parTrans" cxnId="{BAAB8BD8-4094-4527-99A4-8B3C67C23531}">
      <dgm:prSet/>
      <dgm:spPr/>
      <dgm:t>
        <a:bodyPr/>
        <a:lstStyle/>
        <a:p>
          <a:endParaRPr lang="fr-CH"/>
        </a:p>
      </dgm:t>
    </dgm:pt>
    <dgm:pt modelId="{2EF8ADED-60D5-4A06-98E1-EF4983A7DDA4}" type="sibTrans" cxnId="{BAAB8BD8-4094-4527-99A4-8B3C67C23531}">
      <dgm:prSet/>
      <dgm:spPr/>
      <dgm:t>
        <a:bodyPr/>
        <a:lstStyle/>
        <a:p>
          <a:endParaRPr lang="fr-CH"/>
        </a:p>
      </dgm:t>
    </dgm:pt>
    <dgm:pt modelId="{2216ADA2-6E46-4F88-BD3D-D56A0EA999A5}">
      <dgm:prSet phldrT="[Texte]" phldr="0"/>
      <dgm:spPr/>
      <dgm:t>
        <a:bodyPr/>
        <a:lstStyle/>
        <a:p>
          <a:r>
            <a:rPr lang="fr-CH" err="1"/>
            <a:t>Nostalgist</a:t>
          </a:r>
          <a:endParaRPr lang="fr-CH"/>
        </a:p>
      </dgm:t>
    </dgm:pt>
    <dgm:pt modelId="{6A13100A-F49C-4E47-82BC-18CF36EB0A39}" type="parTrans" cxnId="{FDAE7270-CE10-46C2-988D-46B397ED67D3}">
      <dgm:prSet/>
      <dgm:spPr/>
      <dgm:t>
        <a:bodyPr/>
        <a:lstStyle/>
        <a:p>
          <a:endParaRPr lang="fr-CH"/>
        </a:p>
      </dgm:t>
    </dgm:pt>
    <dgm:pt modelId="{4CA10DB3-532E-449F-8E99-607EA8331BC2}" type="sibTrans" cxnId="{FDAE7270-CE10-46C2-988D-46B397ED67D3}">
      <dgm:prSet/>
      <dgm:spPr/>
      <dgm:t>
        <a:bodyPr/>
        <a:lstStyle/>
        <a:p>
          <a:endParaRPr lang="fr-CH"/>
        </a:p>
      </dgm:t>
    </dgm:pt>
    <dgm:pt modelId="{8C32FCB0-1953-4973-8759-3923E17516C7}">
      <dgm:prSet phldrT="[Texte]" phldr="0"/>
      <dgm:spPr/>
      <dgm:t>
        <a:bodyPr/>
        <a:lstStyle/>
        <a:p>
          <a:r>
            <a:rPr lang="fr-CH"/>
            <a:t>Api </a:t>
          </a:r>
          <a:r>
            <a:rPr lang="fr-CH" err="1"/>
            <a:t>Gamepad</a:t>
          </a:r>
          <a:r>
            <a:rPr lang="fr-CH"/>
            <a:t> </a:t>
          </a:r>
        </a:p>
      </dgm:t>
    </dgm:pt>
    <dgm:pt modelId="{13CCE57B-A5E1-44F3-AC2F-E05F86F8D69C}" type="parTrans" cxnId="{E9F295A6-C3E3-4E5E-8B92-D880E116C144}">
      <dgm:prSet/>
      <dgm:spPr/>
      <dgm:t>
        <a:bodyPr/>
        <a:lstStyle/>
        <a:p>
          <a:endParaRPr lang="fr-CH"/>
        </a:p>
      </dgm:t>
    </dgm:pt>
    <dgm:pt modelId="{6EFD9E0E-6456-4A31-8E78-74C10227AFAA}" type="sibTrans" cxnId="{E9F295A6-C3E3-4E5E-8B92-D880E116C144}">
      <dgm:prSet/>
      <dgm:spPr/>
      <dgm:t>
        <a:bodyPr/>
        <a:lstStyle/>
        <a:p>
          <a:endParaRPr lang="fr-CH"/>
        </a:p>
      </dgm:t>
    </dgm:pt>
    <dgm:pt modelId="{890BED70-C600-49BD-954C-01242C863D37}" type="pres">
      <dgm:prSet presAssocID="{C294A339-4233-44F1-BF40-33906DC0FBF9}" presName="composite" presStyleCnt="0">
        <dgm:presLayoutVars>
          <dgm:chMax val="1"/>
          <dgm:dir/>
          <dgm:resizeHandles val="exact"/>
        </dgm:presLayoutVars>
      </dgm:prSet>
      <dgm:spPr/>
    </dgm:pt>
    <dgm:pt modelId="{33BB8D2B-D40D-4146-BC5E-193F1B453721}" type="pres">
      <dgm:prSet presAssocID="{C294A339-4233-44F1-BF40-33906DC0FBF9}" presName="radial" presStyleCnt="0">
        <dgm:presLayoutVars>
          <dgm:animLvl val="ctr"/>
        </dgm:presLayoutVars>
      </dgm:prSet>
      <dgm:spPr/>
    </dgm:pt>
    <dgm:pt modelId="{5735A83D-DE7C-4276-B89E-6FA32FA61490}" type="pres">
      <dgm:prSet presAssocID="{5A8D0FB7-D0E2-4F93-908B-DDA902F6A211}" presName="centerShape" presStyleLbl="vennNode1" presStyleIdx="0" presStyleCnt="4"/>
      <dgm:spPr/>
    </dgm:pt>
    <dgm:pt modelId="{1A6CC25B-F191-42A0-A11D-C445D26F1805}" type="pres">
      <dgm:prSet presAssocID="{17813B69-B63D-4349-BA4A-7DC7B7681356}" presName="node" presStyleLbl="vennNode1" presStyleIdx="1" presStyleCnt="4">
        <dgm:presLayoutVars>
          <dgm:bulletEnabled val="1"/>
        </dgm:presLayoutVars>
      </dgm:prSet>
      <dgm:spPr/>
    </dgm:pt>
    <dgm:pt modelId="{7BC12D59-D7BD-45F7-891F-2B8F67E03670}" type="pres">
      <dgm:prSet presAssocID="{22A0A8E4-2844-4871-A299-EC5CAEB21E60}" presName="node" presStyleLbl="vennNode1" presStyleIdx="2" presStyleCnt="4">
        <dgm:presLayoutVars>
          <dgm:bulletEnabled val="1"/>
        </dgm:presLayoutVars>
      </dgm:prSet>
      <dgm:spPr/>
    </dgm:pt>
    <dgm:pt modelId="{2D9D78DB-72D8-4C89-9727-8087BF458406}" type="pres">
      <dgm:prSet presAssocID="{D1742936-6C8D-4BC2-9770-FE5184F0B783}" presName="node" presStyleLbl="vennNode1" presStyleIdx="3" presStyleCnt="4">
        <dgm:presLayoutVars>
          <dgm:bulletEnabled val="1"/>
        </dgm:presLayoutVars>
      </dgm:prSet>
      <dgm:spPr/>
    </dgm:pt>
  </dgm:ptLst>
  <dgm:cxnLst>
    <dgm:cxn modelId="{BA8E4D00-BCCF-4184-B1BF-9E5B791402E1}" srcId="{5A8D0FB7-D0E2-4F93-908B-DDA902F6A211}" destId="{17813B69-B63D-4349-BA4A-7DC7B7681356}" srcOrd="0" destOrd="0" parTransId="{3C918847-D847-433D-A3A3-A1F69DE13E46}" sibTransId="{9D2577AB-C520-42E4-B506-379FD6B6FF2A}"/>
    <dgm:cxn modelId="{F2FEE514-2FEC-4447-9703-BD173ECF2044}" type="presOf" srcId="{C294A339-4233-44F1-BF40-33906DC0FBF9}" destId="{890BED70-C600-49BD-954C-01242C863D37}" srcOrd="0" destOrd="0" presId="urn:microsoft.com/office/officeart/2005/8/layout/radial3"/>
    <dgm:cxn modelId="{DBAB3B1B-2D31-4487-BE0C-F463686E4572}" type="presOf" srcId="{17813B69-B63D-4349-BA4A-7DC7B7681356}" destId="{1A6CC25B-F191-42A0-A11D-C445D26F1805}" srcOrd="0" destOrd="0" presId="urn:microsoft.com/office/officeart/2005/8/layout/radial3"/>
    <dgm:cxn modelId="{8CB08628-B555-42E6-855D-96B4D6081B1F}" type="presOf" srcId="{22A0A8E4-2844-4871-A299-EC5CAEB21E60}" destId="{7BC12D59-D7BD-45F7-891F-2B8F67E03670}" srcOrd="0" destOrd="0" presId="urn:microsoft.com/office/officeart/2005/8/layout/radial3"/>
    <dgm:cxn modelId="{36BA862A-3EAA-4A5F-8899-60379E35FA31}" type="presOf" srcId="{8C32FCB0-1953-4973-8759-3923E17516C7}" destId="{2D9D78DB-72D8-4C89-9727-8087BF458406}" srcOrd="0" destOrd="2" presId="urn:microsoft.com/office/officeart/2005/8/layout/radial3"/>
    <dgm:cxn modelId="{BC0F7C3B-9AE0-485B-88E8-614E54C7CA20}" type="presOf" srcId="{7341318C-58E7-4D78-AA19-8BC286032BA2}" destId="{7BC12D59-D7BD-45F7-891F-2B8F67E03670}" srcOrd="0" destOrd="1" presId="urn:microsoft.com/office/officeart/2005/8/layout/radial3"/>
    <dgm:cxn modelId="{23B66764-8229-4B45-B941-F0E9C89EB0D1}" srcId="{17813B69-B63D-4349-BA4A-7DC7B7681356}" destId="{EFEA3369-09EE-446D-912A-4C6AE6A19926}" srcOrd="1" destOrd="0" parTransId="{23A6A56C-9144-4D5E-81CD-D8E0125E2AA1}" sibTransId="{078ED91A-7676-447B-A74F-C22B93176C54}"/>
    <dgm:cxn modelId="{32ECB968-B652-4D56-ADD4-17E220ED8399}" type="presOf" srcId="{EFEA3369-09EE-446D-912A-4C6AE6A19926}" destId="{1A6CC25B-F191-42A0-A11D-C445D26F1805}" srcOrd="0" destOrd="2" presId="urn:microsoft.com/office/officeart/2005/8/layout/radial3"/>
    <dgm:cxn modelId="{722F0D4C-8F6B-4DDC-9F5D-85EBD689D80B}" type="presOf" srcId="{D1742936-6C8D-4BC2-9770-FE5184F0B783}" destId="{2D9D78DB-72D8-4C89-9727-8087BF458406}" srcOrd="0" destOrd="0" presId="urn:microsoft.com/office/officeart/2005/8/layout/radial3"/>
    <dgm:cxn modelId="{FDAE7270-CE10-46C2-988D-46B397ED67D3}" srcId="{D1742936-6C8D-4BC2-9770-FE5184F0B783}" destId="{2216ADA2-6E46-4F88-BD3D-D56A0EA999A5}" srcOrd="0" destOrd="0" parTransId="{6A13100A-F49C-4E47-82BC-18CF36EB0A39}" sibTransId="{4CA10DB3-532E-449F-8E99-607EA8331BC2}"/>
    <dgm:cxn modelId="{37832274-F6CD-4884-8F3F-E2E12ABD4217}" srcId="{C294A339-4233-44F1-BF40-33906DC0FBF9}" destId="{5A8D0FB7-D0E2-4F93-908B-DDA902F6A211}" srcOrd="0" destOrd="0" parTransId="{869B62B8-B178-4157-AE44-5C7658AC636C}" sibTransId="{A95A6DE4-65E1-43A1-A2E4-AC909A0FBE63}"/>
    <dgm:cxn modelId="{A52F1C77-EEE5-4863-A5F3-9BFD90CF0F65}" type="presOf" srcId="{97F3D19F-E753-407F-88FB-08ADF1415C07}" destId="{1A6CC25B-F191-42A0-A11D-C445D26F1805}" srcOrd="0" destOrd="3" presId="urn:microsoft.com/office/officeart/2005/8/layout/radial3"/>
    <dgm:cxn modelId="{0BF8BA7C-548F-4A77-ABE4-BD9FBA630206}" srcId="{17813B69-B63D-4349-BA4A-7DC7B7681356}" destId="{73AACA69-716C-436E-9C39-A41849F9B521}" srcOrd="0" destOrd="0" parTransId="{30563F89-A07C-4B92-8410-FCB70F9CD915}" sibTransId="{A4E64B2C-E09E-4775-88BC-B8350A9F0899}"/>
    <dgm:cxn modelId="{4950757D-D897-4892-921F-47B557175F35}" type="presOf" srcId="{5A8D0FB7-D0E2-4F93-908B-DDA902F6A211}" destId="{5735A83D-DE7C-4276-B89E-6FA32FA61490}" srcOrd="0" destOrd="0" presId="urn:microsoft.com/office/officeart/2005/8/layout/radial3"/>
    <dgm:cxn modelId="{334E7B86-E50F-44EF-BE7A-4D446ABEF620}" type="presOf" srcId="{2216ADA2-6E46-4F88-BD3D-D56A0EA999A5}" destId="{2D9D78DB-72D8-4C89-9727-8087BF458406}" srcOrd="0" destOrd="1" presId="urn:microsoft.com/office/officeart/2005/8/layout/radial3"/>
    <dgm:cxn modelId="{CC70238E-2CE8-4A1B-87A7-836AE722914A}" type="presOf" srcId="{73AACA69-716C-436E-9C39-A41849F9B521}" destId="{1A6CC25B-F191-42A0-A11D-C445D26F1805}" srcOrd="0" destOrd="1" presId="urn:microsoft.com/office/officeart/2005/8/layout/radial3"/>
    <dgm:cxn modelId="{34C169A4-F752-4C57-AA53-1C000C3D1294}" srcId="{17813B69-B63D-4349-BA4A-7DC7B7681356}" destId="{97F3D19F-E753-407F-88FB-08ADF1415C07}" srcOrd="2" destOrd="0" parTransId="{18BC992C-FB7A-4457-A125-1709F6C47005}" sibTransId="{00917E5C-1252-4932-8AC4-1BEEB0FEBD98}"/>
    <dgm:cxn modelId="{E9F295A6-C3E3-4E5E-8B92-D880E116C144}" srcId="{D1742936-6C8D-4BC2-9770-FE5184F0B783}" destId="{8C32FCB0-1953-4973-8759-3923E17516C7}" srcOrd="1" destOrd="0" parTransId="{13CCE57B-A5E1-44F3-AC2F-E05F86F8D69C}" sibTransId="{6EFD9E0E-6456-4A31-8E78-74C10227AFAA}"/>
    <dgm:cxn modelId="{378575C4-2C7D-4BAC-82C6-06365BFF7071}" srcId="{5A8D0FB7-D0E2-4F93-908B-DDA902F6A211}" destId="{22A0A8E4-2844-4871-A299-EC5CAEB21E60}" srcOrd="1" destOrd="0" parTransId="{23DE8A99-C995-4109-9E23-5B9F500CFF1A}" sibTransId="{99D6141C-248C-4936-9710-EEFAFA0B3ADE}"/>
    <dgm:cxn modelId="{F67FA9C5-A1D4-4700-B836-59B4661EC2E6}" type="presOf" srcId="{147AD012-06B2-4E75-8AEE-23B0DCF4C93B}" destId="{1A6CC25B-F191-42A0-A11D-C445D26F1805}" srcOrd="0" destOrd="4" presId="urn:microsoft.com/office/officeart/2005/8/layout/radial3"/>
    <dgm:cxn modelId="{265AD7D7-53C9-4109-AFE5-329D5EBDFF74}" srcId="{5A8D0FB7-D0E2-4F93-908B-DDA902F6A211}" destId="{D1742936-6C8D-4BC2-9770-FE5184F0B783}" srcOrd="2" destOrd="0" parTransId="{8F54EBD3-F727-4CA5-8BCF-21BAA9115623}" sibTransId="{0BAA8EE8-41B5-4AF6-A2BF-A809B44BF6C1}"/>
    <dgm:cxn modelId="{BAAB8BD8-4094-4527-99A4-8B3C67C23531}" srcId="{22A0A8E4-2844-4871-A299-EC5CAEB21E60}" destId="{7341318C-58E7-4D78-AA19-8BC286032BA2}" srcOrd="0" destOrd="0" parTransId="{5288F07B-7A87-4135-8034-F1D52FE7D828}" sibTransId="{2EF8ADED-60D5-4A06-98E1-EF4983A7DDA4}"/>
    <dgm:cxn modelId="{6B1103E8-5FBD-4314-931C-EE10DFD5C92F}" srcId="{17813B69-B63D-4349-BA4A-7DC7B7681356}" destId="{147AD012-06B2-4E75-8AEE-23B0DCF4C93B}" srcOrd="3" destOrd="0" parTransId="{62621FC0-5A8B-4E73-8250-BD6936C003F0}" sibTransId="{065A0BA1-5932-4C8B-BE06-3702DEACBB9D}"/>
    <dgm:cxn modelId="{1144AB40-5E2E-4FCD-AFC0-66C5283047E2}" type="presParOf" srcId="{890BED70-C600-49BD-954C-01242C863D37}" destId="{33BB8D2B-D40D-4146-BC5E-193F1B453721}" srcOrd="0" destOrd="0" presId="urn:microsoft.com/office/officeart/2005/8/layout/radial3"/>
    <dgm:cxn modelId="{814C58E7-56CE-4360-BDA1-CCC133860C35}" type="presParOf" srcId="{33BB8D2B-D40D-4146-BC5E-193F1B453721}" destId="{5735A83D-DE7C-4276-B89E-6FA32FA61490}" srcOrd="0" destOrd="0" presId="urn:microsoft.com/office/officeart/2005/8/layout/radial3"/>
    <dgm:cxn modelId="{2F246D23-0852-4B46-A98D-DD6525445F6C}" type="presParOf" srcId="{33BB8D2B-D40D-4146-BC5E-193F1B453721}" destId="{1A6CC25B-F191-42A0-A11D-C445D26F1805}" srcOrd="1" destOrd="0" presId="urn:microsoft.com/office/officeart/2005/8/layout/radial3"/>
    <dgm:cxn modelId="{32E08FAF-0195-4BE5-8EE5-2FF9B0E35571}" type="presParOf" srcId="{33BB8D2B-D40D-4146-BC5E-193F1B453721}" destId="{7BC12D59-D7BD-45F7-891F-2B8F67E03670}" srcOrd="2" destOrd="0" presId="urn:microsoft.com/office/officeart/2005/8/layout/radial3"/>
    <dgm:cxn modelId="{5D25268B-72BF-4F45-921F-7DBE923B5581}" type="presParOf" srcId="{33BB8D2B-D40D-4146-BC5E-193F1B453721}" destId="{2D9D78DB-72D8-4C89-9727-8087BF458406}" srcOrd="3" destOrd="0" presId="urn:microsoft.com/office/officeart/2005/8/layout/radial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CDA82-D8C2-4272-B642-9F66E22F8F48}">
      <dsp:nvSpPr>
        <dsp:cNvPr id="0" name=""/>
        <dsp:cNvSpPr/>
      </dsp:nvSpPr>
      <dsp:spPr>
        <a:xfrm>
          <a:off x="0" y="65286"/>
          <a:ext cx="6364224" cy="4422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Introducion</a:t>
          </a:r>
          <a:endParaRPr lang="en-US" sz="1800" kern="1200"/>
        </a:p>
      </dsp:txBody>
      <dsp:txXfrm>
        <a:off x="21589" y="86875"/>
        <a:ext cx="6321046" cy="399082"/>
      </dsp:txXfrm>
    </dsp:sp>
    <dsp:sp modelId="{6D1538DC-13A9-46C9-8612-CDE34B068163}">
      <dsp:nvSpPr>
        <dsp:cNvPr id="0" name=""/>
        <dsp:cNvSpPr/>
      </dsp:nvSpPr>
      <dsp:spPr>
        <a:xfrm>
          <a:off x="0" y="559386"/>
          <a:ext cx="6364224" cy="442260"/>
        </a:xfrm>
        <a:prstGeom prst="roundRect">
          <a:avLst/>
        </a:prstGeom>
        <a:solidFill>
          <a:schemeClr val="accent5">
            <a:hueOff val="-1215215"/>
            <a:satOff val="-83"/>
            <a:lumOff val="1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Contexte du projet</a:t>
          </a:r>
          <a:endParaRPr lang="en-US" sz="1800" kern="1200"/>
        </a:p>
      </dsp:txBody>
      <dsp:txXfrm>
        <a:off x="21589" y="580975"/>
        <a:ext cx="6321046" cy="399082"/>
      </dsp:txXfrm>
    </dsp:sp>
    <dsp:sp modelId="{E028A5E1-61DB-47F9-82CC-7944C6696D75}">
      <dsp:nvSpPr>
        <dsp:cNvPr id="0" name=""/>
        <dsp:cNvSpPr/>
      </dsp:nvSpPr>
      <dsp:spPr>
        <a:xfrm>
          <a:off x="0" y="1053486"/>
          <a:ext cx="6364224" cy="442260"/>
        </a:xfrm>
        <a:prstGeom prst="round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Architecture du système</a:t>
          </a:r>
        </a:p>
      </dsp:txBody>
      <dsp:txXfrm>
        <a:off x="21589" y="1075075"/>
        <a:ext cx="6321046" cy="399082"/>
      </dsp:txXfrm>
    </dsp:sp>
    <dsp:sp modelId="{B643E920-F087-47B4-B5A5-9F08C287B3FA}">
      <dsp:nvSpPr>
        <dsp:cNvPr id="0" name=""/>
        <dsp:cNvSpPr/>
      </dsp:nvSpPr>
      <dsp:spPr>
        <a:xfrm>
          <a:off x="0" y="1547586"/>
          <a:ext cx="6364224" cy="442260"/>
        </a:xfrm>
        <a:prstGeom prst="roundRect">
          <a:avLst/>
        </a:prstGeom>
        <a:solidFill>
          <a:schemeClr val="accent5">
            <a:hueOff val="-3645645"/>
            <a:satOff val="-248"/>
            <a:lumOff val="58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Fonctionnalités principales</a:t>
          </a:r>
          <a:endParaRPr lang="en-US" sz="1800" kern="1200"/>
        </a:p>
      </dsp:txBody>
      <dsp:txXfrm>
        <a:off x="21589" y="1569175"/>
        <a:ext cx="6321046" cy="399082"/>
      </dsp:txXfrm>
    </dsp:sp>
    <dsp:sp modelId="{97A645D4-BCCB-4BF6-B6C4-18CA775A7FCF}">
      <dsp:nvSpPr>
        <dsp:cNvPr id="0" name=""/>
        <dsp:cNvSpPr/>
      </dsp:nvSpPr>
      <dsp:spPr>
        <a:xfrm>
          <a:off x="0" y="2041686"/>
          <a:ext cx="6364224" cy="442260"/>
        </a:xfrm>
        <a:prstGeom prst="round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Maquettes et interface</a:t>
          </a:r>
          <a:endParaRPr lang="en-US" sz="1800" kern="1200"/>
        </a:p>
      </dsp:txBody>
      <dsp:txXfrm>
        <a:off x="21589" y="2063275"/>
        <a:ext cx="6321046" cy="399082"/>
      </dsp:txXfrm>
    </dsp:sp>
    <dsp:sp modelId="{82B2C831-2F86-4014-8099-5A62F48FE862}">
      <dsp:nvSpPr>
        <dsp:cNvPr id="0" name=""/>
        <dsp:cNvSpPr/>
      </dsp:nvSpPr>
      <dsp:spPr>
        <a:xfrm>
          <a:off x="0" y="2535786"/>
          <a:ext cx="6364224" cy="44226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Technologies utilisées</a:t>
          </a:r>
          <a:endParaRPr lang="en-US" sz="1800" kern="1200"/>
        </a:p>
      </dsp:txBody>
      <dsp:txXfrm>
        <a:off x="21589" y="2557375"/>
        <a:ext cx="6321046" cy="399082"/>
      </dsp:txXfrm>
    </dsp:sp>
    <dsp:sp modelId="{9251191A-660A-421A-9030-A836D7185436}">
      <dsp:nvSpPr>
        <dsp:cNvPr id="0" name=""/>
        <dsp:cNvSpPr/>
      </dsp:nvSpPr>
      <dsp:spPr>
        <a:xfrm>
          <a:off x="0" y="3029886"/>
          <a:ext cx="6364224" cy="442260"/>
        </a:xfrm>
        <a:prstGeom prst="round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Descente de code</a:t>
          </a:r>
          <a:endParaRPr lang="en-US" sz="1800" kern="1200"/>
        </a:p>
      </dsp:txBody>
      <dsp:txXfrm>
        <a:off x="21589" y="3051475"/>
        <a:ext cx="6321046" cy="399082"/>
      </dsp:txXfrm>
    </dsp:sp>
    <dsp:sp modelId="{658C506A-230D-47B2-987F-3F47C564EC61}">
      <dsp:nvSpPr>
        <dsp:cNvPr id="0" name=""/>
        <dsp:cNvSpPr/>
      </dsp:nvSpPr>
      <dsp:spPr>
        <a:xfrm>
          <a:off x="0" y="3523986"/>
          <a:ext cx="6364224" cy="442260"/>
        </a:xfrm>
        <a:prstGeom prst="roundRect">
          <a:avLst/>
        </a:prstGeom>
        <a:solidFill>
          <a:schemeClr val="accent5">
            <a:hueOff val="-8506504"/>
            <a:satOff val="-578"/>
            <a:lumOff val="137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Organisation et suivis</a:t>
          </a:r>
          <a:endParaRPr lang="en-US" sz="1800" kern="1200"/>
        </a:p>
      </dsp:txBody>
      <dsp:txXfrm>
        <a:off x="21589" y="3545575"/>
        <a:ext cx="6321046" cy="399082"/>
      </dsp:txXfrm>
    </dsp:sp>
    <dsp:sp modelId="{2A8BF066-E4EC-433A-9FDC-8D39262C701C}">
      <dsp:nvSpPr>
        <dsp:cNvPr id="0" name=""/>
        <dsp:cNvSpPr/>
      </dsp:nvSpPr>
      <dsp:spPr>
        <a:xfrm>
          <a:off x="0" y="4018085"/>
          <a:ext cx="6364224" cy="442260"/>
        </a:xfrm>
        <a:prstGeom prst="round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Conclusion</a:t>
          </a:r>
          <a:endParaRPr lang="en-US" sz="1800" kern="1200"/>
        </a:p>
      </dsp:txBody>
      <dsp:txXfrm>
        <a:off x="21589" y="4039674"/>
        <a:ext cx="6321046" cy="399082"/>
      </dsp:txXfrm>
    </dsp:sp>
    <dsp:sp modelId="{181E1EA8-262A-4DC5-BA6C-18D8D95426EA}">
      <dsp:nvSpPr>
        <dsp:cNvPr id="0" name=""/>
        <dsp:cNvSpPr/>
      </dsp:nvSpPr>
      <dsp:spPr>
        <a:xfrm>
          <a:off x="0" y="4512185"/>
          <a:ext cx="6364224" cy="442260"/>
        </a:xfrm>
        <a:prstGeom prst="roundRect">
          <a:avLst/>
        </a:prstGeom>
        <a:solidFill>
          <a:schemeClr val="accent5">
            <a:hueOff val="-10936935"/>
            <a:satOff val="-743"/>
            <a:lumOff val="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Questions / Remerciements</a:t>
          </a:r>
          <a:endParaRPr lang="en-US" sz="1800" kern="1200"/>
        </a:p>
      </dsp:txBody>
      <dsp:txXfrm>
        <a:off x="21589" y="4533774"/>
        <a:ext cx="6321046" cy="399082"/>
      </dsp:txXfrm>
    </dsp:sp>
    <dsp:sp modelId="{6A2BE498-EB68-4E6C-83A1-13D50DE93073}">
      <dsp:nvSpPr>
        <dsp:cNvPr id="0" name=""/>
        <dsp:cNvSpPr/>
      </dsp:nvSpPr>
      <dsp:spPr>
        <a:xfrm>
          <a:off x="0" y="5006285"/>
          <a:ext cx="6364224" cy="4422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Démonstration</a:t>
          </a:r>
          <a:endParaRPr lang="en-US" sz="1800" kern="1200"/>
        </a:p>
      </dsp:txBody>
      <dsp:txXfrm>
        <a:off x="21589" y="5027874"/>
        <a:ext cx="6321046" cy="3990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7D3E8B-F342-4ED8-99BE-D83844A93D4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A898DB-CCF9-422C-8B0F-E847C3A68F3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/>
            <a:t>Arnaud Ramirez </a:t>
          </a:r>
          <a:br>
            <a:rPr lang="fr-CH" sz="3200" kern="1200"/>
          </a:br>
          <a:r>
            <a:rPr lang="fr-CH" sz="3200" kern="1200"/>
            <a:t>Scrum master</a:t>
          </a:r>
          <a:endParaRPr lang="en-US" sz="3200" kern="1200"/>
        </a:p>
      </dsp:txBody>
      <dsp:txXfrm>
        <a:off x="398656" y="1088253"/>
        <a:ext cx="2959127" cy="1837317"/>
      </dsp:txXfrm>
    </dsp:sp>
    <dsp:sp modelId="{B12C90EB-28E8-43D7-9C79-46AC660B585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557BD-A9CC-4312-A44F-0A7BEB6B98C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/>
            <a:t>Jonas </a:t>
          </a:r>
          <a:r>
            <a:rPr lang="fr-CH" sz="3200" kern="1200" err="1"/>
            <a:t>Deillon</a:t>
          </a:r>
          <a:r>
            <a:rPr lang="fr-CH" sz="3200" kern="1200"/>
            <a:t>  Product </a:t>
          </a:r>
          <a:r>
            <a:rPr lang="fr-CH" sz="3200" kern="1200" err="1"/>
            <a:t>owner</a:t>
          </a:r>
          <a:endParaRPr lang="en-US" sz="3200" kern="1200"/>
        </a:p>
      </dsp:txBody>
      <dsp:txXfrm>
        <a:off x="4155097" y="1088253"/>
        <a:ext cx="2959127" cy="1837317"/>
      </dsp:txXfrm>
    </dsp:sp>
    <dsp:sp modelId="{95135AFB-F80D-4A8D-A95E-3B31BC913E9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0FD278-E96A-4E66-A2AF-AB7CF77147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/>
            <a:t>Matias Barras Développer</a:t>
          </a:r>
          <a:endParaRPr lang="en-US" sz="3200" kern="120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30160-C4CD-456F-B4E7-F72A95AE9224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9A16E-3E7E-4901-85EF-69A2EC769170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Application web de jeux retro </a:t>
          </a:r>
          <a:endParaRPr lang="en-US" sz="4600" kern="1200"/>
        </a:p>
      </dsp:txBody>
      <dsp:txXfrm>
        <a:off x="608661" y="692298"/>
        <a:ext cx="4508047" cy="2799040"/>
      </dsp:txXfrm>
    </dsp:sp>
    <dsp:sp modelId="{1DAA09BD-BC9B-4D51-84EC-1039E5A4CE17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5CA62C-0194-4270-B7E1-89B0DA5C9A3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Besoin d’activité ludiques dans les lieux publics</a:t>
          </a:r>
          <a:endParaRPr lang="en-US" sz="46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49C1B-1716-405C-B44E-57463AF9D73B}">
      <dsp:nvSpPr>
        <dsp:cNvPr id="0" name=""/>
        <dsp:cNvSpPr/>
      </dsp:nvSpPr>
      <dsp:spPr>
        <a:xfrm>
          <a:off x="0" y="38130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/>
            <a:t>Amusements grâces au catalogue de jeux.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/>
            <a:t>Support des manettes Xbox</a:t>
          </a:r>
        </a:p>
      </dsp:txBody>
      <dsp:txXfrm>
        <a:off x="0" y="381302"/>
        <a:ext cx="10927829" cy="1398600"/>
      </dsp:txXfrm>
    </dsp:sp>
    <dsp:sp modelId="{DADF63C1-91C3-4C07-87C0-805755AECB4A}">
      <dsp:nvSpPr>
        <dsp:cNvPr id="0" name=""/>
        <dsp:cNvSpPr/>
      </dsp:nvSpPr>
      <dsp:spPr>
        <a:xfrm>
          <a:off x="546391" y="27062"/>
          <a:ext cx="764948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/>
            <a:t>Jeux </a:t>
          </a:r>
          <a:endParaRPr lang="en-US" sz="2400" kern="1200"/>
        </a:p>
      </dsp:txBody>
      <dsp:txXfrm>
        <a:off x="580976" y="61647"/>
        <a:ext cx="7580310" cy="639310"/>
      </dsp:txXfrm>
    </dsp:sp>
    <dsp:sp modelId="{21D169FF-2F6C-4D0A-BD5E-9AB3AF433962}">
      <dsp:nvSpPr>
        <dsp:cNvPr id="0" name=""/>
        <dsp:cNvSpPr/>
      </dsp:nvSpPr>
      <dsp:spPr>
        <a:xfrm>
          <a:off x="0" y="226374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/>
            <a:t>Sauvegarde du score de l’utilisateur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/>
            <a:t>Tableaux des scores pour voir et comparer ses scores</a:t>
          </a:r>
        </a:p>
      </dsp:txBody>
      <dsp:txXfrm>
        <a:off x="0" y="2263742"/>
        <a:ext cx="10927829" cy="1398600"/>
      </dsp:txXfrm>
    </dsp:sp>
    <dsp:sp modelId="{10535DCA-593E-4092-A90D-D403D0B8485F}">
      <dsp:nvSpPr>
        <dsp:cNvPr id="0" name=""/>
        <dsp:cNvSpPr/>
      </dsp:nvSpPr>
      <dsp:spPr>
        <a:xfrm>
          <a:off x="546391" y="1909502"/>
          <a:ext cx="7649480" cy="7084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 noProof="0"/>
            <a:t>Scores</a:t>
          </a:r>
          <a:r>
            <a:rPr lang="fr-CH" sz="2400" kern="1200"/>
            <a:t> </a:t>
          </a:r>
          <a:endParaRPr lang="en-US" sz="2400" kern="1200"/>
        </a:p>
      </dsp:txBody>
      <dsp:txXfrm>
        <a:off x="580976" y="1944087"/>
        <a:ext cx="7580310" cy="639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5A83D-DE7C-4276-B89E-6FA32FA61490}">
      <dsp:nvSpPr>
        <dsp:cNvPr id="0" name=""/>
        <dsp:cNvSpPr/>
      </dsp:nvSpPr>
      <dsp:spPr>
        <a:xfrm>
          <a:off x="4301440" y="1710713"/>
          <a:ext cx="3589118" cy="3589118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6000" kern="1200"/>
            <a:t>Docker</a:t>
          </a:r>
        </a:p>
      </dsp:txBody>
      <dsp:txXfrm>
        <a:off x="4827054" y="2236327"/>
        <a:ext cx="2537890" cy="2537890"/>
      </dsp:txXfrm>
    </dsp:sp>
    <dsp:sp modelId="{1A6CC25B-F191-42A0-A11D-C445D26F1805}">
      <dsp:nvSpPr>
        <dsp:cNvPr id="0" name=""/>
        <dsp:cNvSpPr/>
      </dsp:nvSpPr>
      <dsp:spPr>
        <a:xfrm>
          <a:off x="5198720" y="272935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/>
            <a:t>Backend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Node.js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Express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err="1"/>
            <a:t>Swagger</a:t>
          </a:r>
          <a:endParaRPr lang="fr-CH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err="1"/>
            <a:t>joi</a:t>
          </a:r>
          <a:endParaRPr lang="fr-CH" sz="1300" kern="1200"/>
        </a:p>
      </dsp:txBody>
      <dsp:txXfrm>
        <a:off x="5461527" y="535742"/>
        <a:ext cx="1268945" cy="1268945"/>
      </dsp:txXfrm>
    </dsp:sp>
    <dsp:sp modelId="{7BC12D59-D7BD-45F7-891F-2B8F67E03670}">
      <dsp:nvSpPr>
        <dsp:cNvPr id="0" name=""/>
        <dsp:cNvSpPr/>
      </dsp:nvSpPr>
      <dsp:spPr>
        <a:xfrm>
          <a:off x="7220938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/>
            <a:t>Base de données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mysql</a:t>
          </a:r>
        </a:p>
      </dsp:txBody>
      <dsp:txXfrm>
        <a:off x="7483745" y="4038328"/>
        <a:ext cx="1268945" cy="1268945"/>
      </dsp:txXfrm>
    </dsp:sp>
    <dsp:sp modelId="{2D9D78DB-72D8-4C89-9727-8087BF458406}">
      <dsp:nvSpPr>
        <dsp:cNvPr id="0" name=""/>
        <dsp:cNvSpPr/>
      </dsp:nvSpPr>
      <dsp:spPr>
        <a:xfrm>
          <a:off x="3176501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/>
            <a:t>Frontend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err="1"/>
            <a:t>Nostalgist</a:t>
          </a:r>
          <a:endParaRPr lang="fr-CH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Api </a:t>
          </a:r>
          <a:r>
            <a:rPr lang="fr-CH" sz="1300" kern="1200" err="1"/>
            <a:t>Gamepad</a:t>
          </a:r>
          <a:r>
            <a:rPr lang="fr-CH" sz="1300" kern="1200"/>
            <a:t> </a:t>
          </a:r>
        </a:p>
      </dsp:txBody>
      <dsp:txXfrm>
        <a:off x="3439308" y="4038328"/>
        <a:ext cx="1268945" cy="1268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3">
  <dgm:title val=""/>
  <dgm:desc val=""/>
  <dgm:catLst>
    <dgm:cat type="relationship" pri="31000"/>
    <dgm:cat type="cycle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/>
    <dgm:ruleLst/>
    <dgm:layoutNode name="radial">
      <dgm:varLst>
        <dgm:animLvl val="ctr"/>
      </dgm:varLst>
      <dgm:choose name="Name0">
        <dgm:if name="Name1" func="var" arg="dir" op="equ" val="norm">
          <dgm:choose name="Name2">
            <dgm:if name="Name3" axis="ch ch" ptType="node node" st="1 1" cnt="1 0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else name="Name4">
              <dgm:alg type="cycle">
                <dgm:param type="stAng" val="0"/>
                <dgm:param type="spanAng" val="360"/>
                <dgm:param type="ctrShpMap" val="fNode"/>
              </dgm:alg>
            </dgm:else>
          </dgm:choose>
        </dgm:if>
        <dgm:else name="Name5">
          <dgm:alg type="cycle">
            <dgm:param type="stAng" val="0"/>
            <dgm:param type="spanAng" val="-360"/>
            <dgm:param type="ctrShpMap" val="fNode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enterShape" refType="w"/>
        <dgm:constr type="h" for="ch" forName="centerShape" refType="h"/>
        <dgm:constr type="w" for="ch" forName="node" refType="w" fact="0.5"/>
        <dgm:constr type="h" for="ch" forName="node" refType="h" fact="0.5"/>
        <dgm:constr type="sp" refType="w" refFor="ch" refForName="node" fact="-0.2"/>
        <dgm:constr type="sibSp" refType="w" refFor="ch" refForName="node" fact="-0.2"/>
        <dgm:constr type="primFontSz" for="ch" forName="centerShape" val="65"/>
        <dgm:constr type="primFontSz" for="des" forName="node" val="65"/>
        <dgm:constr type="primFontSz" for="ch" forName="node" refType="primFontSz" refFor="ch" refForName="centerShape" op="lte"/>
      </dgm:constrLst>
      <dgm:ruleLst/>
      <dgm:forEach name="Name6" axis="ch" ptType="node" cnt="1">
        <dgm:layoutNode name="centerShape" styleLbl="vennNode1"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7" axis="ch" ptType="node">
          <dgm:layoutNode name="node" styleLbl="venn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398B04-8A28-4494-830D-43210B650CDF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11939F-BD45-46C3-B2B9-C07375D8EE58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121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088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536063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9748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88779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6430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71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10945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55288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906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8733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719621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13304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43078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6257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367278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938837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92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76AF7-8707-791B-6FDB-484718C6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E98B28-2B8F-7F25-2499-097183028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A760FF-B44B-2174-EB81-E6A799C07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8B26A3-C526-EA64-FD44-D3D1A5C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4ED400-7FC5-3FC7-9FD9-75CD0B7B0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2573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417B1-F4D2-6FE9-5EC8-5297C11F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3AF27-EC5F-79F5-282C-D50BEE47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67A71-56D9-8587-FEDE-80ABADAC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815716-5D0C-36FB-0966-E6B703D02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112FBD-BC61-56CB-1288-64AEBD47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0643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F1E34-D84D-E6BD-F2C5-59C98A4D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FB50FB-707D-3DBF-85D3-FE2E4C8AF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7CD24B-623A-E8D2-7EE7-4D79F3A1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028CBE-1F4F-46C5-9B05-467F84F8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218061-D40B-90F6-0EFC-291F20C6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03793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01D4E7-1687-737C-AFDF-DF660CF7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B39B12-F4F7-FB4B-127D-6E321C215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E096AA-6A27-3801-A4A7-B5E189FC6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D1B0D1-B5F0-DFAD-C272-95833D51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D0B58A-B559-6E93-FB99-76ACC69EF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157B1-9346-0C46-56CA-509CBCFA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5695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2AFE71-9456-E240-DCE6-4F5B5CC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0851B-5BEF-E060-F305-E9F30A0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24B8A9F-0CCD-0337-A04A-A42B1823D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D9EB6C-F0A2-38E0-13C4-6E06042976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1BD1382-AB70-115D-3C96-AC2B6C9ABA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F855AA-83E8-B281-75C1-B2DF1A51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0F2322B-1607-F9B4-E797-DFF67593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4F207B9-ECAD-380D-876E-FCBD500F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825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A89FED-F67C-3620-E8F1-D3B3FCA6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9E4B50-98DF-25BD-6891-4967A409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7D7FA8-290E-9ED6-15F8-FAE529C9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9916BC-0972-9E4A-EA7C-DE31F251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11526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B2A47-EAD7-9AAC-864B-DDE42B0ED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757C1F9-9C84-51A4-F2B1-24C6C44D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7CA81B-535E-4E75-9063-BE9C25C9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8067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923F0-8340-A82C-C128-7E9FD1AE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3BC37-BAA3-CBB4-F1BF-F656E77D4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FABCBB3-034C-6247-7B76-024F35D5C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3F746C-9E58-262A-533C-8465DEFD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404E26-39A9-0935-B3B3-7A7ADDB7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E3446-B27F-5330-D04C-EA6DFD907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091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20BA8-BFB8-F429-9F1C-A788C9BB0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B96F6-959E-42BD-1537-28B83406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BF8523-4A38-773A-935F-24F362CA4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3F2035-9CBE-3DAF-42A0-F55B47E5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D6A26C-8542-D06A-2A91-EDC980C39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224D5C-86C0-53A9-8CBA-D06E1D76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72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CA781-8147-D7F1-E897-1A292EA61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2183E13-4001-7DB5-FF36-4EA22BF77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030BFB-20CE-E6AF-B46B-856122AE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901AEA-2F1A-FD7D-813A-DD2F5028C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70B54-746D-C5F9-0853-43390C10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09308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2AAF0A-9641-3175-2774-1855214C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6B9339-A6C9-5D5F-C07D-013FFABE4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272ACE-0C26-E257-425B-0AF50DEE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8F1B90-94ED-39FB-2E26-80E01EFC2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0EEB-9A22-4165-5070-9F271FDB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677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721A3CE-9BA6-4C7F-98B3-44BCA75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9F73D-C852-C6B3-9D46-36F3103560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C020E6-FB7A-3298-6169-E7D7EA221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F3ED4-2DF0-F019-4625-C6DB032BD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D8E1A9-94C4-A66F-C0BB-83F6CE8EC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25BA1-6524-4F37-81AA-C9AFEC2B1616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8763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de couleur néon">
            <a:extLst>
              <a:ext uri="{FF2B5EF4-FFF2-40B4-BE49-F238E27FC236}">
                <a16:creationId xmlns:a16="http://schemas.microsoft.com/office/drawing/2014/main" id="{2212BCD3-4906-C8E1-1488-643C145F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775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8CD8D8-1D8B-6112-47B1-537D157DD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fr-CH" sz="5200" err="1">
                <a:solidFill>
                  <a:srgbClr val="FFFFFF"/>
                </a:solidFill>
              </a:rPr>
              <a:t>Arcadiabox</a:t>
            </a:r>
            <a:endParaRPr lang="fr-CH" sz="520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7E9ACF-CD35-0838-7D3D-354DAF5C5F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fr-CH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628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695C56-9F30-D5B6-718C-F0A39024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fr-CH" sz="4000"/>
              <a:t>Sommaire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990B8DA9-AB29-825D-239A-942906FF32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181278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6573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950184-EF09-E419-DB57-606EB1E9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EB3412-BF6F-62BE-337F-66526926AE4A}"/>
              </a:ext>
            </a:extLst>
          </p:cNvPr>
          <p:cNvSpPr txBox="1">
            <a:spLocks/>
          </p:cNvSpPr>
          <p:nvPr/>
        </p:nvSpPr>
        <p:spPr>
          <a:xfrm>
            <a:off x="838200" y="2404745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6752A3CC-EF04-D95F-BD35-8B4A6DF419D5}"/>
              </a:ext>
            </a:extLst>
          </p:cNvPr>
          <p:cNvSpPr txBox="1">
            <a:spLocks/>
          </p:cNvSpPr>
          <p:nvPr/>
        </p:nvSpPr>
        <p:spPr>
          <a:xfrm>
            <a:off x="5838825" y="2570162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/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CA7AC84D-757C-E2D5-19BA-3712CC920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31413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0992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E7F24-3039-43D5-84E6-B42AF51B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Contexte du projet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FA33871-FE97-B5C2-4FEE-B328A32C7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7018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091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CCFBCC-6A66-7D0B-AD37-5E149DC2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du système</a:t>
            </a:r>
          </a:p>
        </p:txBody>
      </p:sp>
      <p:pic>
        <p:nvPicPr>
          <p:cNvPr id="5" name="Espace réservé du contenu 4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16603F72-BFB4-163C-6FB2-320965E43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57275" y="1524702"/>
            <a:ext cx="10077449" cy="519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20BB87-E903-5DAD-45B8-B534021A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Fonctionnalités principales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87EF198C-A58F-80CD-FC34-6E2B3CC46B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96839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37238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91F331F-C120-4A64-CAD3-82C1CCB9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 Case</a:t>
            </a:r>
          </a:p>
        </p:txBody>
      </p:sp>
      <p:pic>
        <p:nvPicPr>
          <p:cNvPr id="4" name="Espace réservé du contenu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8F6C38-2FE5-1FB2-5680-B39D0F0E63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6307"/>
          <a:stretch>
            <a:fillRect/>
          </a:stretch>
        </p:blipFill>
        <p:spPr bwMode="auto">
          <a:xfrm>
            <a:off x="4212076" y="722377"/>
            <a:ext cx="7345940" cy="5024318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239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35A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A1CB46-D3E0-9562-9078-62B0C32E2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</a:t>
            </a:r>
            <a:r>
              <a:rPr lang="en-US" sz="2600" err="1">
                <a:solidFill>
                  <a:srgbClr val="FFFFFF"/>
                </a:solidFill>
                <a:ea typeface="+mj-lt"/>
                <a:cs typeface="+mj-lt"/>
              </a:rPr>
              <a:t>accueil</a:t>
            </a:r>
            <a:endParaRPr lang="en-US" sz="2600" kern="1200" err="1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4" name="Image 3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B5F4BB2F-BFAA-D950-59FE-5C8A52BF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450" y="961812"/>
            <a:ext cx="6202499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25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C54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A041EE-740F-5DCE-7E2A-7EE9F04A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Jeux</a:t>
            </a:r>
          </a:p>
        </p:txBody>
      </p:sp>
      <p:pic>
        <p:nvPicPr>
          <p:cNvPr id="4" name="Espace réservé du contenu 3" descr="Une image contenant texte, capture d’écran, logiciel, multimédia&#10;&#10;Le contenu généré par l’IA peut être incorrect.">
            <a:extLst>
              <a:ext uri="{FF2B5EF4-FFF2-40B4-BE49-F238E27FC236}">
                <a16:creationId xmlns:a16="http://schemas.microsoft.com/office/drawing/2014/main" id="{D8F2F1FA-37AC-F58B-4658-FAA4AE617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31002" y="961812"/>
            <a:ext cx="5603394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5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38C978-D584-73FA-C7C5-55CA979D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Leaderboard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4458824-3DCC-DEA5-125E-8C3C6A2F6C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23366" y="961812"/>
            <a:ext cx="5418667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40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129B73-BCE8-D790-BBBE-69AF10DF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Technologies utilisées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99D0AC9-B03D-686E-B688-1D7D503DD0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204941"/>
              </p:ext>
            </p:extLst>
          </p:nvPr>
        </p:nvGraphicFramePr>
        <p:xfrm>
          <a:off x="0" y="1014984"/>
          <a:ext cx="12192000" cy="5843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09257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F270D1-0CA7-03A1-6859-A144A6210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Descente de code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EA26D91-1DAE-83FF-70BB-A6AA4B5D89C9}"/>
              </a:ext>
            </a:extLst>
          </p:cNvPr>
          <p:cNvSpPr txBox="1"/>
          <p:nvPr/>
        </p:nvSpPr>
        <p:spPr>
          <a:xfrm>
            <a:off x="1932902" y="3429000"/>
            <a:ext cx="8071697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2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Récupération du score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260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B75811-34B7-61C8-7284-31E3A7A6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Accès à la mémoire WASM</a:t>
            </a:r>
          </a:p>
        </p:txBody>
      </p:sp>
      <p:pic>
        <p:nvPicPr>
          <p:cNvPr id="5" name="Espace réservé du contenu 4" descr="Une image contenant texte, capture d’écran, multimédia, gadget&#10;&#10;Le contenu généré par l’IA peut être incorrect.">
            <a:extLst>
              <a:ext uri="{FF2B5EF4-FFF2-40B4-BE49-F238E27FC236}">
                <a16:creationId xmlns:a16="http://schemas.microsoft.com/office/drawing/2014/main" id="{07D5D1D6-892A-96CC-B6E7-F5E699745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85" t="4503" r="3270" b="5883"/>
          <a:stretch>
            <a:fillRect/>
          </a:stretch>
        </p:blipFill>
        <p:spPr>
          <a:xfrm>
            <a:off x="340175" y="1781175"/>
            <a:ext cx="11664265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53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96ABDD8-814A-9530-380D-03AFED2A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Calcul de l'adresse</a:t>
            </a:r>
          </a:p>
        </p:txBody>
      </p:sp>
      <p:pic>
        <p:nvPicPr>
          <p:cNvPr id="5" name="Espace réservé du contenu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C0E47FF-C3D3-D9F6-06EF-09ABFEA065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492" t="9464" r="3712" b="12546"/>
          <a:stretch>
            <a:fillRect/>
          </a:stretch>
        </p:blipFill>
        <p:spPr>
          <a:xfrm>
            <a:off x="643467" y="2762072"/>
            <a:ext cx="10905066" cy="222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430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9A8DA5B-5BB7-80E9-CF53-597CFE61A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Lecture et reconstruction du score</a:t>
            </a:r>
          </a:p>
        </p:txBody>
      </p:sp>
      <p:pic>
        <p:nvPicPr>
          <p:cNvPr id="9" name="Espace réservé du contenu 8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A543AB-988E-5B53-E756-C903649615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21" t="2108" r="1344" b="3730"/>
          <a:stretch>
            <a:fillRect/>
          </a:stretch>
        </p:blipFill>
        <p:spPr>
          <a:xfrm>
            <a:off x="1444818" y="1537872"/>
            <a:ext cx="9302364" cy="466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64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5670BE3-48F1-EA9B-BDC2-26EFDB241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Vies et detection Game Over</a:t>
            </a:r>
          </a:p>
        </p:txBody>
      </p:sp>
      <p:pic>
        <p:nvPicPr>
          <p:cNvPr id="5" name="Espace réservé du contenu 4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0B5398-C669-2E3D-C4C7-F2831077B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02" t="6226" r="2048" b="9369"/>
          <a:stretch>
            <a:fillRect/>
          </a:stretch>
        </p:blipFill>
        <p:spPr>
          <a:xfrm>
            <a:off x="676275" y="2667000"/>
            <a:ext cx="1064895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69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07843-54EF-C1B9-CB90-F7DA05997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Organisation et suivis</a:t>
            </a:r>
          </a:p>
        </p:txBody>
      </p:sp>
      <p:pic>
        <p:nvPicPr>
          <p:cNvPr id="5" name="Espace réservé du contenu 4" descr="Une image contenant capture d’écran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187C5AD4-7611-4B2E-8EBE-A9AB0323E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718576"/>
            <a:ext cx="10905066" cy="430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528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6" descr="Une image contenant capture d’écran, logiciel, Logiciel multimédia, Logiciel de graphisme&#10;&#10;Le contenu généré par l’IA peut être incorrect.">
            <a:extLst>
              <a:ext uri="{FF2B5EF4-FFF2-40B4-BE49-F238E27FC236}">
                <a16:creationId xmlns:a16="http://schemas.microsoft.com/office/drawing/2014/main" id="{B5A8074D-2E9D-F259-D164-EB1E7BD972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1166198"/>
            <a:ext cx="10905066" cy="452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757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CDB1F2-CE14-F9C4-1935-311A18C0F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16326743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oints d’interrogation noirs 3D avec un point d’interrogation jaune">
            <a:extLst>
              <a:ext uri="{FF2B5EF4-FFF2-40B4-BE49-F238E27FC236}">
                <a16:creationId xmlns:a16="http://schemas.microsoft.com/office/drawing/2014/main" id="{7216084A-04EF-9173-D17D-E70B1A5F73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990" r="6122" b="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B79645-01DA-D966-1820-766E9897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Questions / Remerciements</a:t>
            </a:r>
          </a:p>
        </p:txBody>
      </p:sp>
    </p:spTree>
    <p:extLst>
      <p:ext uri="{BB962C8B-B14F-4D97-AF65-F5344CB8AC3E}">
        <p14:creationId xmlns:p14="http://schemas.microsoft.com/office/powerpoint/2010/main" val="2341187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86FC6C0-BEC1-80E3-2D12-F0027A0C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Démonstration</a:t>
            </a:r>
          </a:p>
        </p:txBody>
      </p:sp>
      <p:pic>
        <p:nvPicPr>
          <p:cNvPr id="7" name="Graphic 6" descr="Enseignant">
            <a:extLst>
              <a:ext uri="{FF2B5EF4-FFF2-40B4-BE49-F238E27FC236}">
                <a16:creationId xmlns:a16="http://schemas.microsoft.com/office/drawing/2014/main" id="{4BD44B8E-970F-82CE-DF04-09AD5930D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8900" y="1675227"/>
            <a:ext cx="4394199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013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21</Slides>
  <Notes>17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Thème Office</vt:lpstr>
      <vt:lpstr>Arcadiabox</vt:lpstr>
      <vt:lpstr>Sommaire</vt:lpstr>
      <vt:lpstr>Introduction</vt:lpstr>
      <vt:lpstr>Contexte du projet</vt:lpstr>
      <vt:lpstr>Architecture du système</vt:lpstr>
      <vt:lpstr>Fonctionnalités principales</vt:lpstr>
      <vt:lpstr>Use Case</vt:lpstr>
      <vt:lpstr>Vue accueil</vt:lpstr>
      <vt:lpstr>Vue Jeux</vt:lpstr>
      <vt:lpstr>Vue Leaderboard</vt:lpstr>
      <vt:lpstr>Technologies utilisées</vt:lpstr>
      <vt:lpstr>Descente de code</vt:lpstr>
      <vt:lpstr>Accès à la mémoire WASM</vt:lpstr>
      <vt:lpstr>Calcul de l'adresse</vt:lpstr>
      <vt:lpstr>Lecture et reconstruction du score</vt:lpstr>
      <vt:lpstr>Vies et detection Game Over</vt:lpstr>
      <vt:lpstr>Organisation et suivis</vt:lpstr>
      <vt:lpstr>PowerPoint Presentation</vt:lpstr>
      <vt:lpstr>Conclusion </vt:lpstr>
      <vt:lpstr>Questions / Remerciements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Barras Matias</dc:creator>
  <cp:revision>1</cp:revision>
  <dcterms:created xsi:type="dcterms:W3CDTF">2026-01-09T14:54:38Z</dcterms:created>
  <dcterms:modified xsi:type="dcterms:W3CDTF">2026-01-16T12:46:20Z</dcterms:modified>
</cp:coreProperties>
</file>